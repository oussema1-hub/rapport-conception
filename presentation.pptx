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39"/>
  </p:notesMasterIdLst>
  <p:handoutMasterIdLst>
    <p:handoutMasterId r:id="rId40"/>
  </p:handoutMasterIdLst>
  <p:sldIdLst>
    <p:sldId id="256" r:id="rId2"/>
    <p:sldId id="320" r:id="rId3"/>
    <p:sldId id="354" r:id="rId4"/>
    <p:sldId id="361" r:id="rId5"/>
    <p:sldId id="261" r:id="rId6"/>
    <p:sldId id="357" r:id="rId7"/>
    <p:sldId id="337" r:id="rId8"/>
    <p:sldId id="363" r:id="rId9"/>
    <p:sldId id="352" r:id="rId10"/>
    <p:sldId id="332" r:id="rId11"/>
    <p:sldId id="360" r:id="rId12"/>
    <p:sldId id="359" r:id="rId13"/>
    <p:sldId id="353" r:id="rId14"/>
    <p:sldId id="364" r:id="rId15"/>
    <p:sldId id="269" r:id="rId16"/>
    <p:sldId id="369" r:id="rId17"/>
    <p:sldId id="370" r:id="rId18"/>
    <p:sldId id="371" r:id="rId19"/>
    <p:sldId id="372" r:id="rId20"/>
    <p:sldId id="373" r:id="rId21"/>
    <p:sldId id="374" r:id="rId22"/>
    <p:sldId id="375" r:id="rId23"/>
    <p:sldId id="376" r:id="rId24"/>
    <p:sldId id="377" r:id="rId25"/>
    <p:sldId id="379" r:id="rId26"/>
    <p:sldId id="380" r:id="rId27"/>
    <p:sldId id="355" r:id="rId28"/>
    <p:sldId id="326" r:id="rId29"/>
    <p:sldId id="341" r:id="rId30"/>
    <p:sldId id="343" r:id="rId31"/>
    <p:sldId id="338" r:id="rId32"/>
    <p:sldId id="342" r:id="rId33"/>
    <p:sldId id="319" r:id="rId34"/>
    <p:sldId id="356" r:id="rId35"/>
    <p:sldId id="362" r:id="rId36"/>
    <p:sldId id="285" r:id="rId37"/>
    <p:sldId id="286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EABAB"/>
    <a:srgbClr val="B4C7E7"/>
    <a:srgbClr val="1AAFE4"/>
    <a:srgbClr val="5EBFD2"/>
    <a:srgbClr val="AAE7F8"/>
    <a:srgbClr val="61D6FF"/>
    <a:srgbClr val="6BC6EB"/>
    <a:srgbClr val="4AB4E6"/>
    <a:srgbClr val="FF97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Style moyen 4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 autoAdjust="0"/>
    <p:restoredTop sz="87786" autoAdjust="0"/>
  </p:normalViewPr>
  <p:slideViewPr>
    <p:cSldViewPr snapToGrid="0">
      <p:cViewPr>
        <p:scale>
          <a:sx n="66" d="100"/>
          <a:sy n="66" d="100"/>
        </p:scale>
        <p:origin x="1238" y="2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601687-2FDA-4234-A08F-13D05CB5FCFF}" type="doc">
      <dgm:prSet loTypeId="urn:microsoft.com/office/officeart/2008/layout/PictureStrips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F888AF10-142B-4575-BAD2-268F6A7DB57A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/>
            <a:t>Téléphonie mobile et fixe</a:t>
          </a:r>
        </a:p>
      </dgm:t>
    </dgm:pt>
    <dgm:pt modelId="{9B163A6B-578B-4562-A42A-36EFA9EA99F0}" type="parTrans" cxnId="{F6398DB7-9857-4086-B9BD-7BD87C1B93F0}">
      <dgm:prSet/>
      <dgm:spPr/>
      <dgm:t>
        <a:bodyPr/>
        <a:lstStyle/>
        <a:p>
          <a:endParaRPr lang="fr-FR"/>
        </a:p>
      </dgm:t>
    </dgm:pt>
    <dgm:pt modelId="{E6CE1F93-0A81-4D57-9BBA-70B65E8BEDF0}" type="sibTrans" cxnId="{F6398DB7-9857-4086-B9BD-7BD87C1B93F0}">
      <dgm:prSet/>
      <dgm:spPr/>
      <dgm:t>
        <a:bodyPr/>
        <a:lstStyle/>
        <a:p>
          <a:endParaRPr lang="fr-FR"/>
        </a:p>
      </dgm:t>
    </dgm:pt>
    <dgm:pt modelId="{019038E2-5454-4FAC-BF7B-D9BC8B65B4C1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 Infrastructure Télécom</a:t>
          </a:r>
        </a:p>
      </dgm:t>
    </dgm:pt>
    <dgm:pt modelId="{9F584DC3-DDB3-4BF7-ADEB-211A8D4D922B}" type="parTrans" cxnId="{FBF6DF42-4EDA-4FAF-BE73-D1D4018C5D49}">
      <dgm:prSet/>
      <dgm:spPr/>
      <dgm:t>
        <a:bodyPr/>
        <a:lstStyle/>
        <a:p>
          <a:endParaRPr lang="fr-FR"/>
        </a:p>
      </dgm:t>
    </dgm:pt>
    <dgm:pt modelId="{C9EA0065-BB21-409E-98D0-B69C7B04A99D}" type="sibTrans" cxnId="{FBF6DF42-4EDA-4FAF-BE73-D1D4018C5D49}">
      <dgm:prSet/>
      <dgm:spPr/>
      <dgm:t>
        <a:bodyPr/>
        <a:lstStyle/>
        <a:p>
          <a:endParaRPr lang="fr-FR"/>
        </a:p>
      </dgm:t>
    </dgm:pt>
    <dgm:pt modelId="{02377573-B148-4BF6-81A6-E1EC827C0D56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Solutions entreprises</a:t>
          </a:r>
        </a:p>
      </dgm:t>
    </dgm:pt>
    <dgm:pt modelId="{5FC2197F-E5DC-4913-A7BB-5A362A5F1F0F}" type="sibTrans" cxnId="{98CD5260-09CA-4AC4-BC2F-69B6A6AEEB30}">
      <dgm:prSet/>
      <dgm:spPr/>
      <dgm:t>
        <a:bodyPr/>
        <a:lstStyle/>
        <a:p>
          <a:endParaRPr lang="fr-FR"/>
        </a:p>
      </dgm:t>
    </dgm:pt>
    <dgm:pt modelId="{1C3EDB77-68CD-4BBA-85A9-23E41DC7ADFF}" type="parTrans" cxnId="{98CD5260-09CA-4AC4-BC2F-69B6A6AEEB30}">
      <dgm:prSet/>
      <dgm:spPr/>
      <dgm:t>
        <a:bodyPr/>
        <a:lstStyle/>
        <a:p>
          <a:endParaRPr lang="fr-FR"/>
        </a:p>
      </dgm:t>
    </dgm:pt>
    <dgm:pt modelId="{5C4DF7ED-1831-49E0-B4C1-73C16D93A340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pPr algn="l"/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Internet</a:t>
          </a:r>
        </a:p>
      </dgm:t>
    </dgm:pt>
    <dgm:pt modelId="{73FD9B35-365D-4324-BE59-BAC7130CB9B7}" type="sibTrans" cxnId="{08ECA323-AFE7-46C2-B98C-7C4762378EF9}">
      <dgm:prSet/>
      <dgm:spPr/>
      <dgm:t>
        <a:bodyPr/>
        <a:lstStyle/>
        <a:p>
          <a:endParaRPr lang="fr-FR"/>
        </a:p>
      </dgm:t>
    </dgm:pt>
    <dgm:pt modelId="{865F1DA0-929E-4BC5-ABE6-669E460FEDDE}" type="parTrans" cxnId="{08ECA323-AFE7-46C2-B98C-7C4762378EF9}">
      <dgm:prSet/>
      <dgm:spPr/>
      <dgm:t>
        <a:bodyPr/>
        <a:lstStyle/>
        <a:p>
          <a:endParaRPr lang="fr-FR"/>
        </a:p>
      </dgm:t>
    </dgm:pt>
    <dgm:pt modelId="{7442DEA6-7CED-4B06-8D9D-3A57AD54F764}">
      <dgm:prSet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/>
            <a:t>Solutions intelligentes</a:t>
          </a:r>
        </a:p>
      </dgm:t>
    </dgm:pt>
    <dgm:pt modelId="{3C601242-59D3-4E2F-A878-DFCFD4137252}" type="parTrans" cxnId="{7A23F810-A846-4617-BFCE-B3E8A95037AD}">
      <dgm:prSet/>
      <dgm:spPr/>
      <dgm:t>
        <a:bodyPr/>
        <a:lstStyle/>
        <a:p>
          <a:endParaRPr lang="fr-FR"/>
        </a:p>
      </dgm:t>
    </dgm:pt>
    <dgm:pt modelId="{ADFCA5FC-788C-4177-8B57-F5D5AD934E58}" type="sibTrans" cxnId="{7A23F810-A846-4617-BFCE-B3E8A95037AD}">
      <dgm:prSet/>
      <dgm:spPr/>
      <dgm:t>
        <a:bodyPr/>
        <a:lstStyle/>
        <a:p>
          <a:endParaRPr lang="fr-FR"/>
        </a:p>
      </dgm:t>
    </dgm:pt>
    <dgm:pt modelId="{348D3E14-13EF-469E-A97E-0FD6D1BAB30F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2000" dirty="0">
              <a:latin typeface="Times New Roman" panose="02020603050405020304" pitchFamily="18" charset="0"/>
              <a:cs typeface="Times New Roman" panose="02020603050405020304" pitchFamily="18" charset="0"/>
            </a:rPr>
            <a:t>Qualité de service</a:t>
          </a:r>
          <a:endParaRPr lang="fr-FR" sz="4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11E3EF1-32C3-4A20-A5B1-87BE036CBA03}" type="parTrans" cxnId="{5AA6CA87-1CEC-4538-B49B-A481C06A1059}">
      <dgm:prSet/>
      <dgm:spPr/>
      <dgm:t>
        <a:bodyPr/>
        <a:lstStyle/>
        <a:p>
          <a:endParaRPr lang="fr-FR"/>
        </a:p>
      </dgm:t>
    </dgm:pt>
    <dgm:pt modelId="{B847A449-2162-4E50-80CE-98BB8AEB7991}" type="sibTrans" cxnId="{5AA6CA87-1CEC-4538-B49B-A481C06A1059}">
      <dgm:prSet/>
      <dgm:spPr/>
      <dgm:t>
        <a:bodyPr/>
        <a:lstStyle/>
        <a:p>
          <a:endParaRPr lang="fr-FR"/>
        </a:p>
      </dgm:t>
    </dgm:pt>
    <dgm:pt modelId="{306BEF4F-200A-4C19-AD9F-C5F7E5CC26D9}" type="pres">
      <dgm:prSet presAssocID="{5C601687-2FDA-4234-A08F-13D05CB5FCFF}" presName="Name0" presStyleCnt="0">
        <dgm:presLayoutVars>
          <dgm:dir/>
          <dgm:resizeHandles val="exact"/>
        </dgm:presLayoutVars>
      </dgm:prSet>
      <dgm:spPr/>
    </dgm:pt>
    <dgm:pt modelId="{71679395-24CC-4E74-975B-0EB59A061709}" type="pres">
      <dgm:prSet presAssocID="{F888AF10-142B-4575-BAD2-268F6A7DB57A}" presName="composite" presStyleCnt="0"/>
      <dgm:spPr/>
    </dgm:pt>
    <dgm:pt modelId="{7DB4B9F1-DD48-4E76-8E0E-653E6287014E}" type="pres">
      <dgm:prSet presAssocID="{F888AF10-142B-4575-BAD2-268F6A7DB57A}" presName="rect1" presStyleLbl="trAlignAcc1" presStyleIdx="0" presStyleCnt="6" custScaleX="48917" custScaleY="68651" custLinFactNeighborX="-12419" custLinFactNeighborY="-17065">
        <dgm:presLayoutVars>
          <dgm:bulletEnabled val="1"/>
        </dgm:presLayoutVars>
      </dgm:prSet>
      <dgm:spPr/>
    </dgm:pt>
    <dgm:pt modelId="{E3ADADC5-F8BE-4B2F-BE1F-0FB1AA2A5F9B}" type="pres">
      <dgm:prSet presAssocID="{F888AF10-142B-4575-BAD2-268F6A7DB57A}" presName="rect2" presStyleLbl="fgImgPlace1" presStyleIdx="0" presStyleCnt="6" custScaleY="62417" custLinFactNeighborX="57859" custLinFactNeighborY="-9060"/>
      <dgm:spPr>
        <a:blipFill>
          <a:blip xmlns:r="http://schemas.openxmlformats.org/officeDocument/2006/relationships" r:embed="rId1"/>
          <a:srcRect/>
          <a:stretch>
            <a:fillRect t="-3000" b="-3000"/>
          </a:stretch>
        </a:blipFill>
      </dgm:spPr>
    </dgm:pt>
    <dgm:pt modelId="{EB9194C7-6288-4B5D-A338-848F2825F8FE}" type="pres">
      <dgm:prSet presAssocID="{E6CE1F93-0A81-4D57-9BBA-70B65E8BEDF0}" presName="sibTrans" presStyleCnt="0"/>
      <dgm:spPr/>
    </dgm:pt>
    <dgm:pt modelId="{5C23589E-AC72-40DB-A297-E5298F622690}" type="pres">
      <dgm:prSet presAssocID="{5C4DF7ED-1831-49E0-B4C1-73C16D93A340}" presName="composite" presStyleCnt="0"/>
      <dgm:spPr/>
    </dgm:pt>
    <dgm:pt modelId="{C3AF5EB6-4487-42C9-8442-DA72643F25B8}" type="pres">
      <dgm:prSet presAssocID="{5C4DF7ED-1831-49E0-B4C1-73C16D93A340}" presName="rect1" presStyleLbl="trAlignAcc1" presStyleIdx="1" presStyleCnt="6" custScaleX="41791" custScaleY="58438" custLinFactNeighborX="-17261" custLinFactNeighborY="-20632">
        <dgm:presLayoutVars>
          <dgm:bulletEnabled val="1"/>
        </dgm:presLayoutVars>
      </dgm:prSet>
      <dgm:spPr/>
    </dgm:pt>
    <dgm:pt modelId="{3C843734-56B7-4ED1-930D-622AAB150BA3}" type="pres">
      <dgm:prSet presAssocID="{5C4DF7ED-1831-49E0-B4C1-73C16D93A340}" presName="rect2" presStyleLbl="fgImgPlace1" presStyleIdx="1" presStyleCnt="6" custScaleY="58910" custLinFactNeighborX="4454" custLinFactNeighborY="-15439"/>
      <dgm:spPr>
        <a:blipFill>
          <a:blip xmlns:r="http://schemas.openxmlformats.org/officeDocument/2006/relationships" r:embed="rId2"/>
          <a:srcRect/>
          <a:stretch>
            <a:fillRect/>
          </a:stretch>
        </a:blipFill>
      </dgm:spPr>
    </dgm:pt>
    <dgm:pt modelId="{F8DA8C37-70F4-4E49-A962-82664169F56B}" type="pres">
      <dgm:prSet presAssocID="{73FD9B35-365D-4324-BE59-BAC7130CB9B7}" presName="sibTrans" presStyleCnt="0"/>
      <dgm:spPr/>
    </dgm:pt>
    <dgm:pt modelId="{EF442DDC-A7DC-4449-8050-DC74252FA22F}" type="pres">
      <dgm:prSet presAssocID="{02377573-B148-4BF6-81A6-E1EC827C0D56}" presName="composite" presStyleCnt="0"/>
      <dgm:spPr/>
    </dgm:pt>
    <dgm:pt modelId="{4A167AC8-3F62-478E-B711-80519508354E}" type="pres">
      <dgm:prSet presAssocID="{02377573-B148-4BF6-81A6-E1EC827C0D56}" presName="rect1" presStyleLbl="trAlignAcc1" presStyleIdx="2" presStyleCnt="6" custScaleX="49455" custScaleY="65182" custLinFactNeighborX="-20727" custLinFactNeighborY="-22431">
        <dgm:presLayoutVars>
          <dgm:bulletEnabled val="1"/>
        </dgm:presLayoutVars>
      </dgm:prSet>
      <dgm:spPr/>
    </dgm:pt>
    <dgm:pt modelId="{699B50EE-F3F1-470A-B7F9-D97DEEC4F13A}" type="pres">
      <dgm:prSet presAssocID="{02377573-B148-4BF6-81A6-E1EC827C0D56}" presName="rect2" presStyleLbl="fgImgPlace1" presStyleIdx="2" presStyleCnt="6" custScaleY="57183" custLinFactNeighborX="-11712" custLinFactNeighborY="-15896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5A183BC8-FC6B-4BFB-91CF-EF00EA175E53}" type="pres">
      <dgm:prSet presAssocID="{5FC2197F-E5DC-4913-A7BB-5A362A5F1F0F}" presName="sibTrans" presStyleCnt="0"/>
      <dgm:spPr/>
    </dgm:pt>
    <dgm:pt modelId="{21F5F453-39A1-4F72-BAD9-5F2BA5C2BC72}" type="pres">
      <dgm:prSet presAssocID="{019038E2-5454-4FAC-BF7B-D9BC8B65B4C1}" presName="composite" presStyleCnt="0"/>
      <dgm:spPr/>
    </dgm:pt>
    <dgm:pt modelId="{46564A52-2EFA-419F-8DDE-8254063DB06E}" type="pres">
      <dgm:prSet presAssocID="{019038E2-5454-4FAC-BF7B-D9BC8B65B4C1}" presName="rect1" presStyleLbl="trAlignAcc1" presStyleIdx="3" presStyleCnt="6" custScaleX="55676" custScaleY="61924" custLinFactNeighborX="-17706" custLinFactNeighborY="4187">
        <dgm:presLayoutVars>
          <dgm:bulletEnabled val="1"/>
        </dgm:presLayoutVars>
      </dgm:prSet>
      <dgm:spPr/>
    </dgm:pt>
    <dgm:pt modelId="{4299077F-E225-45AD-A571-5F8A0373F601}" type="pres">
      <dgm:prSet presAssocID="{019038E2-5454-4FAC-BF7B-D9BC8B65B4C1}" presName="rect2" presStyleLbl="fgImgPlace1" presStyleIdx="3" presStyleCnt="6" custScaleY="59905" custLinFactNeighborX="9598" custLinFactNeighborY="8367"/>
      <dgm:spPr>
        <a:blipFill>
          <a:blip xmlns:r="http://schemas.openxmlformats.org/officeDocument/2006/relationships" r:embed="rId4"/>
          <a:srcRect/>
          <a:stretch>
            <a:fillRect t="-6000" b="-6000"/>
          </a:stretch>
        </a:blipFill>
      </dgm:spPr>
    </dgm:pt>
    <dgm:pt modelId="{B29F2D2B-85D6-4070-A761-21FE20BCC174}" type="pres">
      <dgm:prSet presAssocID="{C9EA0065-BB21-409E-98D0-B69C7B04A99D}" presName="sibTrans" presStyleCnt="0"/>
      <dgm:spPr/>
    </dgm:pt>
    <dgm:pt modelId="{168D2731-4D8A-4D6C-B7A9-B33165E044E1}" type="pres">
      <dgm:prSet presAssocID="{7442DEA6-7CED-4B06-8D9D-3A57AD54F764}" presName="composite" presStyleCnt="0"/>
      <dgm:spPr/>
    </dgm:pt>
    <dgm:pt modelId="{F3B56CE3-0A25-4A03-A466-B8BA381BB9B1}" type="pres">
      <dgm:prSet presAssocID="{7442DEA6-7CED-4B06-8D9D-3A57AD54F764}" presName="rect1" presStyleLbl="trAlignAcc1" presStyleIdx="4" presStyleCnt="6" custScaleX="53534" custScaleY="78295" custLinFactNeighborX="-20134" custLinFactNeighborY="8535">
        <dgm:presLayoutVars>
          <dgm:bulletEnabled val="1"/>
        </dgm:presLayoutVars>
      </dgm:prSet>
      <dgm:spPr/>
    </dgm:pt>
    <dgm:pt modelId="{25E188C1-0E7A-4E7E-BCDE-B797CF5983A5}" type="pres">
      <dgm:prSet presAssocID="{7442DEA6-7CED-4B06-8D9D-3A57AD54F764}" presName="rect2" presStyleLbl="fgImgPlace1" presStyleIdx="4" presStyleCnt="6" custScaleX="122880" custScaleY="69227" custLinFactNeighborX="-17595" custLinFactNeighborY="12916"/>
      <dgm:spPr>
        <a:blipFill>
          <a:blip xmlns:r="http://schemas.openxmlformats.org/officeDocument/2006/relationships" r:embed="rId5"/>
          <a:srcRect/>
          <a:stretch>
            <a:fillRect/>
          </a:stretch>
        </a:blipFill>
      </dgm:spPr>
    </dgm:pt>
    <dgm:pt modelId="{0931E8E5-2B11-4FCD-AD12-91DB62DB84BA}" type="pres">
      <dgm:prSet presAssocID="{ADFCA5FC-788C-4177-8B57-F5D5AD934E58}" presName="sibTrans" presStyleCnt="0"/>
      <dgm:spPr/>
    </dgm:pt>
    <dgm:pt modelId="{853A1B9E-3130-4D69-B035-D41FFB47C6B7}" type="pres">
      <dgm:prSet presAssocID="{348D3E14-13EF-469E-A97E-0FD6D1BAB30F}" presName="composite" presStyleCnt="0"/>
      <dgm:spPr/>
    </dgm:pt>
    <dgm:pt modelId="{12F5C1FC-9661-450A-87AD-15CE9F608B94}" type="pres">
      <dgm:prSet presAssocID="{348D3E14-13EF-469E-A97E-0FD6D1BAB30F}" presName="rect1" presStyleLbl="trAlignAcc1" presStyleIdx="5" presStyleCnt="6" custScaleX="53070" custScaleY="68411" custLinFactNeighborX="-11891" custLinFactNeighborY="7256">
        <dgm:presLayoutVars>
          <dgm:bulletEnabled val="1"/>
        </dgm:presLayoutVars>
      </dgm:prSet>
      <dgm:spPr/>
    </dgm:pt>
    <dgm:pt modelId="{F92A0E34-1BD9-4A4C-8A2F-4BD5C2E18ADF}" type="pres">
      <dgm:prSet presAssocID="{348D3E14-13EF-469E-A97E-0FD6D1BAB30F}" presName="rect2" presStyleLbl="fgImgPlace1" presStyleIdx="5" presStyleCnt="6" custScaleX="110792" custScaleY="66124" custLinFactNeighborX="4329" custLinFactNeighborY="12034"/>
      <dgm:spPr>
        <a:blipFill>
          <a:blip xmlns:r="http://schemas.openxmlformats.org/officeDocument/2006/relationships" r:embed="rId6"/>
          <a:srcRect/>
          <a:stretch>
            <a:fillRect t="-6000" b="-6000"/>
          </a:stretch>
        </a:blipFill>
      </dgm:spPr>
    </dgm:pt>
  </dgm:ptLst>
  <dgm:cxnLst>
    <dgm:cxn modelId="{39DD770C-0050-4D46-8FCA-8026E2896E14}" type="presOf" srcId="{019038E2-5454-4FAC-BF7B-D9BC8B65B4C1}" destId="{46564A52-2EFA-419F-8DDE-8254063DB06E}" srcOrd="0" destOrd="0" presId="urn:microsoft.com/office/officeart/2008/layout/PictureStrips"/>
    <dgm:cxn modelId="{7A23F810-A846-4617-BFCE-B3E8A95037AD}" srcId="{5C601687-2FDA-4234-A08F-13D05CB5FCFF}" destId="{7442DEA6-7CED-4B06-8D9D-3A57AD54F764}" srcOrd="4" destOrd="0" parTransId="{3C601242-59D3-4E2F-A878-DFCFD4137252}" sibTransId="{ADFCA5FC-788C-4177-8B57-F5D5AD934E58}"/>
    <dgm:cxn modelId="{08ECA323-AFE7-46C2-B98C-7C4762378EF9}" srcId="{5C601687-2FDA-4234-A08F-13D05CB5FCFF}" destId="{5C4DF7ED-1831-49E0-B4C1-73C16D93A340}" srcOrd="1" destOrd="0" parTransId="{865F1DA0-929E-4BC5-ABE6-669E460FEDDE}" sibTransId="{73FD9B35-365D-4324-BE59-BAC7130CB9B7}"/>
    <dgm:cxn modelId="{B137962A-B069-4EB6-BC17-25B309B177CF}" type="presOf" srcId="{5C601687-2FDA-4234-A08F-13D05CB5FCFF}" destId="{306BEF4F-200A-4C19-AD9F-C5F7E5CC26D9}" srcOrd="0" destOrd="0" presId="urn:microsoft.com/office/officeart/2008/layout/PictureStrips"/>
    <dgm:cxn modelId="{B9B9B832-0F32-471B-AF23-D497C5E3F955}" type="presOf" srcId="{348D3E14-13EF-469E-A97E-0FD6D1BAB30F}" destId="{12F5C1FC-9661-450A-87AD-15CE9F608B94}" srcOrd="0" destOrd="0" presId="urn:microsoft.com/office/officeart/2008/layout/PictureStrips"/>
    <dgm:cxn modelId="{608B3C33-B9C6-49CD-A4E7-24BEF9179D4A}" type="presOf" srcId="{7442DEA6-7CED-4B06-8D9D-3A57AD54F764}" destId="{F3B56CE3-0A25-4A03-A466-B8BA381BB9B1}" srcOrd="0" destOrd="0" presId="urn:microsoft.com/office/officeart/2008/layout/PictureStrips"/>
    <dgm:cxn modelId="{98CD5260-09CA-4AC4-BC2F-69B6A6AEEB30}" srcId="{5C601687-2FDA-4234-A08F-13D05CB5FCFF}" destId="{02377573-B148-4BF6-81A6-E1EC827C0D56}" srcOrd="2" destOrd="0" parTransId="{1C3EDB77-68CD-4BBA-85A9-23E41DC7ADFF}" sibTransId="{5FC2197F-E5DC-4913-A7BB-5A362A5F1F0F}"/>
    <dgm:cxn modelId="{FBF6DF42-4EDA-4FAF-BE73-D1D4018C5D49}" srcId="{5C601687-2FDA-4234-A08F-13D05CB5FCFF}" destId="{019038E2-5454-4FAC-BF7B-D9BC8B65B4C1}" srcOrd="3" destOrd="0" parTransId="{9F584DC3-DDB3-4BF7-ADEB-211A8D4D922B}" sibTransId="{C9EA0065-BB21-409E-98D0-B69C7B04A99D}"/>
    <dgm:cxn modelId="{5AA6CA87-1CEC-4538-B49B-A481C06A1059}" srcId="{5C601687-2FDA-4234-A08F-13D05CB5FCFF}" destId="{348D3E14-13EF-469E-A97E-0FD6D1BAB30F}" srcOrd="5" destOrd="0" parTransId="{011E3EF1-32C3-4A20-A5B1-87BE036CBA03}" sibTransId="{B847A449-2162-4E50-80CE-98BB8AEB7991}"/>
    <dgm:cxn modelId="{F6398DB7-9857-4086-B9BD-7BD87C1B93F0}" srcId="{5C601687-2FDA-4234-A08F-13D05CB5FCFF}" destId="{F888AF10-142B-4575-BAD2-268F6A7DB57A}" srcOrd="0" destOrd="0" parTransId="{9B163A6B-578B-4562-A42A-36EFA9EA99F0}" sibTransId="{E6CE1F93-0A81-4D57-9BBA-70B65E8BEDF0}"/>
    <dgm:cxn modelId="{F197D1B7-6963-4B2E-A53A-BD580F5DFA9A}" type="presOf" srcId="{5C4DF7ED-1831-49E0-B4C1-73C16D93A340}" destId="{C3AF5EB6-4487-42C9-8442-DA72643F25B8}" srcOrd="0" destOrd="0" presId="urn:microsoft.com/office/officeart/2008/layout/PictureStrips"/>
    <dgm:cxn modelId="{24CF79BD-E4D2-485E-9617-BF088E2E9981}" type="presOf" srcId="{02377573-B148-4BF6-81A6-E1EC827C0D56}" destId="{4A167AC8-3F62-478E-B711-80519508354E}" srcOrd="0" destOrd="0" presId="urn:microsoft.com/office/officeart/2008/layout/PictureStrips"/>
    <dgm:cxn modelId="{502511E1-E269-40A1-9197-0F9F209E7B09}" type="presOf" srcId="{F888AF10-142B-4575-BAD2-268F6A7DB57A}" destId="{7DB4B9F1-DD48-4E76-8E0E-653E6287014E}" srcOrd="0" destOrd="0" presId="urn:microsoft.com/office/officeart/2008/layout/PictureStrips"/>
    <dgm:cxn modelId="{C936CC8F-A032-421C-B1EE-FB4C4D7C92A4}" type="presParOf" srcId="{306BEF4F-200A-4C19-AD9F-C5F7E5CC26D9}" destId="{71679395-24CC-4E74-975B-0EB59A061709}" srcOrd="0" destOrd="0" presId="urn:microsoft.com/office/officeart/2008/layout/PictureStrips"/>
    <dgm:cxn modelId="{83DBEA05-B913-4256-B4D2-4D69DD1B06A7}" type="presParOf" srcId="{71679395-24CC-4E74-975B-0EB59A061709}" destId="{7DB4B9F1-DD48-4E76-8E0E-653E6287014E}" srcOrd="0" destOrd="0" presId="urn:microsoft.com/office/officeart/2008/layout/PictureStrips"/>
    <dgm:cxn modelId="{F324199E-C679-4AC6-A3A2-A24C6F7761A3}" type="presParOf" srcId="{71679395-24CC-4E74-975B-0EB59A061709}" destId="{E3ADADC5-F8BE-4B2F-BE1F-0FB1AA2A5F9B}" srcOrd="1" destOrd="0" presId="urn:microsoft.com/office/officeart/2008/layout/PictureStrips"/>
    <dgm:cxn modelId="{D4EA4110-8CEF-41BF-83CB-4F342C52BBEE}" type="presParOf" srcId="{306BEF4F-200A-4C19-AD9F-C5F7E5CC26D9}" destId="{EB9194C7-6288-4B5D-A338-848F2825F8FE}" srcOrd="1" destOrd="0" presId="urn:microsoft.com/office/officeart/2008/layout/PictureStrips"/>
    <dgm:cxn modelId="{623C248B-2FDF-4FE2-A7A8-9DE1A6490C55}" type="presParOf" srcId="{306BEF4F-200A-4C19-AD9F-C5F7E5CC26D9}" destId="{5C23589E-AC72-40DB-A297-E5298F622690}" srcOrd="2" destOrd="0" presId="urn:microsoft.com/office/officeart/2008/layout/PictureStrips"/>
    <dgm:cxn modelId="{1A8B6CC4-D7A0-4982-8628-23E3AC966709}" type="presParOf" srcId="{5C23589E-AC72-40DB-A297-E5298F622690}" destId="{C3AF5EB6-4487-42C9-8442-DA72643F25B8}" srcOrd="0" destOrd="0" presId="urn:microsoft.com/office/officeart/2008/layout/PictureStrips"/>
    <dgm:cxn modelId="{E5DF7688-E063-4C0D-AF18-1A9327674BB3}" type="presParOf" srcId="{5C23589E-AC72-40DB-A297-E5298F622690}" destId="{3C843734-56B7-4ED1-930D-622AAB150BA3}" srcOrd="1" destOrd="0" presId="urn:microsoft.com/office/officeart/2008/layout/PictureStrips"/>
    <dgm:cxn modelId="{7F4542AE-0263-4E09-94C9-DAEBB15A00CC}" type="presParOf" srcId="{306BEF4F-200A-4C19-AD9F-C5F7E5CC26D9}" destId="{F8DA8C37-70F4-4E49-A962-82664169F56B}" srcOrd="3" destOrd="0" presId="urn:microsoft.com/office/officeart/2008/layout/PictureStrips"/>
    <dgm:cxn modelId="{8F248AA9-EB0B-4DE9-87D1-F0A3DB5BFD0E}" type="presParOf" srcId="{306BEF4F-200A-4C19-AD9F-C5F7E5CC26D9}" destId="{EF442DDC-A7DC-4449-8050-DC74252FA22F}" srcOrd="4" destOrd="0" presId="urn:microsoft.com/office/officeart/2008/layout/PictureStrips"/>
    <dgm:cxn modelId="{233902B6-762C-4075-AA2C-112ACCA482DF}" type="presParOf" srcId="{EF442DDC-A7DC-4449-8050-DC74252FA22F}" destId="{4A167AC8-3F62-478E-B711-80519508354E}" srcOrd="0" destOrd="0" presId="urn:microsoft.com/office/officeart/2008/layout/PictureStrips"/>
    <dgm:cxn modelId="{66227BAB-E66D-4AE9-9C9A-A3FB2E642D48}" type="presParOf" srcId="{EF442DDC-A7DC-4449-8050-DC74252FA22F}" destId="{699B50EE-F3F1-470A-B7F9-D97DEEC4F13A}" srcOrd="1" destOrd="0" presId="urn:microsoft.com/office/officeart/2008/layout/PictureStrips"/>
    <dgm:cxn modelId="{773314CC-078A-40E2-BD9B-A4BBCF175585}" type="presParOf" srcId="{306BEF4F-200A-4C19-AD9F-C5F7E5CC26D9}" destId="{5A183BC8-FC6B-4BFB-91CF-EF00EA175E53}" srcOrd="5" destOrd="0" presId="urn:microsoft.com/office/officeart/2008/layout/PictureStrips"/>
    <dgm:cxn modelId="{E7820F49-34B6-4528-BAD3-7C76B562807A}" type="presParOf" srcId="{306BEF4F-200A-4C19-AD9F-C5F7E5CC26D9}" destId="{21F5F453-39A1-4F72-BAD9-5F2BA5C2BC72}" srcOrd="6" destOrd="0" presId="urn:microsoft.com/office/officeart/2008/layout/PictureStrips"/>
    <dgm:cxn modelId="{44E6A7C7-F966-4D10-B137-7FEBAEAE69EF}" type="presParOf" srcId="{21F5F453-39A1-4F72-BAD9-5F2BA5C2BC72}" destId="{46564A52-2EFA-419F-8DDE-8254063DB06E}" srcOrd="0" destOrd="0" presId="urn:microsoft.com/office/officeart/2008/layout/PictureStrips"/>
    <dgm:cxn modelId="{CFC79F10-0F25-49C1-AD21-543D5E83C956}" type="presParOf" srcId="{21F5F453-39A1-4F72-BAD9-5F2BA5C2BC72}" destId="{4299077F-E225-45AD-A571-5F8A0373F601}" srcOrd="1" destOrd="0" presId="urn:microsoft.com/office/officeart/2008/layout/PictureStrips"/>
    <dgm:cxn modelId="{81DB0A88-F678-4612-9738-30193A540919}" type="presParOf" srcId="{306BEF4F-200A-4C19-AD9F-C5F7E5CC26D9}" destId="{B29F2D2B-85D6-4070-A761-21FE20BCC174}" srcOrd="7" destOrd="0" presId="urn:microsoft.com/office/officeart/2008/layout/PictureStrips"/>
    <dgm:cxn modelId="{6934B57F-1440-4538-A519-4E2445E16AFF}" type="presParOf" srcId="{306BEF4F-200A-4C19-AD9F-C5F7E5CC26D9}" destId="{168D2731-4D8A-4D6C-B7A9-B33165E044E1}" srcOrd="8" destOrd="0" presId="urn:microsoft.com/office/officeart/2008/layout/PictureStrips"/>
    <dgm:cxn modelId="{A3A732CD-3956-4ECF-ADB4-114952A68972}" type="presParOf" srcId="{168D2731-4D8A-4D6C-B7A9-B33165E044E1}" destId="{F3B56CE3-0A25-4A03-A466-B8BA381BB9B1}" srcOrd="0" destOrd="0" presId="urn:microsoft.com/office/officeart/2008/layout/PictureStrips"/>
    <dgm:cxn modelId="{0C6C0C23-9473-4C0B-A3E6-E9B726B33531}" type="presParOf" srcId="{168D2731-4D8A-4D6C-B7A9-B33165E044E1}" destId="{25E188C1-0E7A-4E7E-BCDE-B797CF5983A5}" srcOrd="1" destOrd="0" presId="urn:microsoft.com/office/officeart/2008/layout/PictureStrips"/>
    <dgm:cxn modelId="{2FF965FF-BF3A-4C6F-9ED9-2EEF62A905BF}" type="presParOf" srcId="{306BEF4F-200A-4C19-AD9F-C5F7E5CC26D9}" destId="{0931E8E5-2B11-4FCD-AD12-91DB62DB84BA}" srcOrd="9" destOrd="0" presId="urn:microsoft.com/office/officeart/2008/layout/PictureStrips"/>
    <dgm:cxn modelId="{4673F285-963E-4209-A48A-95A5AEB74698}" type="presParOf" srcId="{306BEF4F-200A-4C19-AD9F-C5F7E5CC26D9}" destId="{853A1B9E-3130-4D69-B035-D41FFB47C6B7}" srcOrd="10" destOrd="0" presId="urn:microsoft.com/office/officeart/2008/layout/PictureStrips"/>
    <dgm:cxn modelId="{F77BFAD5-F1AF-4F0A-AF46-DAB45C2882C0}" type="presParOf" srcId="{853A1B9E-3130-4D69-B035-D41FFB47C6B7}" destId="{12F5C1FC-9661-450A-87AD-15CE9F608B94}" srcOrd="0" destOrd="0" presId="urn:microsoft.com/office/officeart/2008/layout/PictureStrips"/>
    <dgm:cxn modelId="{BA807FE0-27CB-4902-A5BD-147DA635EF27}" type="presParOf" srcId="{853A1B9E-3130-4D69-B035-D41FFB47C6B7}" destId="{F92A0E34-1BD9-4A4C-8A2F-4BD5C2E18ADF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DCB57C-64F8-408A-854C-5A759BCD8C2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CC4FFB52-85D8-45C5-B633-F5A3B56BBCA9}">
      <dgm:prSet phldrT="[Texte]" custT="1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1: Gestion des privilèges et des comptes utilisateurs </a:t>
          </a:r>
        </a:p>
      </dgm:t>
    </dgm:pt>
    <dgm:pt modelId="{F1EE8167-4764-42B9-A593-60F8FE804A77}" type="parTrans" cxnId="{CD87622A-8123-445E-9A56-4309B3D3FD0B}">
      <dgm:prSet/>
      <dgm:spPr/>
      <dgm:t>
        <a:bodyPr/>
        <a:lstStyle/>
        <a:p>
          <a:endParaRPr lang="fr-FR"/>
        </a:p>
      </dgm:t>
    </dgm:pt>
    <dgm:pt modelId="{E833A856-32DA-419B-8045-4F8369DCEC9B}" type="sibTrans" cxnId="{CD87622A-8123-445E-9A56-4309B3D3FD0B}">
      <dgm:prSet/>
      <dgm:spPr>
        <a:solidFill>
          <a:schemeClr val="accent2">
            <a:lumMod val="40000"/>
            <a:lumOff val="60000"/>
            <a:alpha val="90000"/>
          </a:schemeClr>
        </a:solidFill>
        <a:ln>
          <a:solidFill>
            <a:schemeClr val="accent2">
              <a:lumMod val="40000"/>
              <a:lumOff val="60000"/>
              <a:alpha val="90000"/>
            </a:schemeClr>
          </a:solidFill>
        </a:ln>
      </dgm:spPr>
      <dgm:t>
        <a:bodyPr/>
        <a:lstStyle/>
        <a:p>
          <a:endParaRPr lang="fr-FR"/>
        </a:p>
      </dgm:t>
    </dgm:pt>
    <dgm:pt modelId="{D3C4679C-BE79-49E3-B053-6B16A5C52A0C}">
      <dgm:prSet phldrT="[Texte]" custT="1"/>
      <dgm:spPr>
        <a:solidFill>
          <a:schemeClr val="accent4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2: Module e-commerce</a:t>
          </a:r>
        </a:p>
      </dgm:t>
    </dgm:pt>
    <dgm:pt modelId="{317C5FAD-23F5-40C0-B00E-EAE5D9D394D0}" type="parTrans" cxnId="{1ED937A5-A18E-429E-B23C-DECC3403463E}">
      <dgm:prSet/>
      <dgm:spPr/>
      <dgm:t>
        <a:bodyPr/>
        <a:lstStyle/>
        <a:p>
          <a:endParaRPr lang="fr-FR"/>
        </a:p>
      </dgm:t>
    </dgm:pt>
    <dgm:pt modelId="{CE182E65-8799-4BE8-AE17-A4B62D141E88}" type="sibTrans" cxnId="{1ED937A5-A18E-429E-B23C-DECC3403463E}">
      <dgm:prSet/>
      <dgm:spPr>
        <a:solidFill>
          <a:schemeClr val="accent4">
            <a:lumMod val="40000"/>
            <a:lumOff val="60000"/>
            <a:alpha val="90000"/>
          </a:schemeClr>
        </a:solidFill>
        <a:ln>
          <a:solidFill>
            <a:schemeClr val="accent4">
              <a:lumMod val="40000"/>
              <a:lumOff val="60000"/>
              <a:alpha val="90000"/>
            </a:schemeClr>
          </a:solidFill>
        </a:ln>
      </dgm:spPr>
      <dgm:t>
        <a:bodyPr/>
        <a:lstStyle/>
        <a:p>
          <a:endParaRPr lang="fr-FR"/>
        </a:p>
      </dgm:t>
    </dgm:pt>
    <dgm:pt modelId="{46735F6D-72FA-44D4-AF68-2761F1C81A50}">
      <dgm:prSet phldrT="[Texte]" custT="1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3: Gestion et suivi des pots connectés</a:t>
          </a:r>
        </a:p>
      </dgm:t>
    </dgm:pt>
    <dgm:pt modelId="{82C82E06-701B-45AC-B3D6-1EA4057C7D55}" type="parTrans" cxnId="{99299504-D5AC-464A-9128-14C047BCA1E7}">
      <dgm:prSet/>
      <dgm:spPr/>
      <dgm:t>
        <a:bodyPr/>
        <a:lstStyle/>
        <a:p>
          <a:endParaRPr lang="fr-FR"/>
        </a:p>
      </dgm:t>
    </dgm:pt>
    <dgm:pt modelId="{FADA9417-73EC-4BCB-955F-DD7CCBA23A97}" type="sibTrans" cxnId="{99299504-D5AC-464A-9128-14C047BCA1E7}">
      <dgm:prSet/>
      <dgm:spPr>
        <a:solidFill>
          <a:schemeClr val="accent6">
            <a:lumMod val="40000"/>
            <a:lumOff val="60000"/>
            <a:alpha val="90000"/>
          </a:schemeClr>
        </a:solidFill>
        <a:ln>
          <a:solidFill>
            <a:schemeClr val="accent6">
              <a:lumMod val="40000"/>
              <a:lumOff val="60000"/>
              <a:alpha val="90000"/>
            </a:schemeClr>
          </a:solidFill>
        </a:ln>
      </dgm:spPr>
      <dgm:t>
        <a:bodyPr/>
        <a:lstStyle/>
        <a:p>
          <a:endParaRPr lang="fr-FR"/>
        </a:p>
      </dgm:t>
    </dgm:pt>
    <dgm:pt modelId="{280828D3-8060-4625-B70E-2EEDE9AB453F}">
      <dgm:prSet phldrT="[Texte]" custT="1"/>
      <dgm:spPr>
        <a:solidFill>
          <a:schemeClr val="accent5">
            <a:lumMod val="40000"/>
            <a:lumOff val="60000"/>
          </a:schemeClr>
        </a:solidFill>
      </dgm:spPr>
      <dgm:t>
        <a:bodyPr/>
        <a:lstStyle/>
        <a:p>
          <a:r>
            <a:rPr lang="fr-FR" sz="1600" b="1" dirty="0">
              <a:solidFill>
                <a:schemeClr val="tx1"/>
              </a:solidFill>
            </a:rPr>
            <a:t>Sprint 4: Module éducatif et gestion des réclamations</a:t>
          </a:r>
        </a:p>
      </dgm:t>
    </dgm:pt>
    <dgm:pt modelId="{BA8B11ED-DAB9-4FB9-835C-85C2BDF66D54}" type="parTrans" cxnId="{D57ABC29-9E6F-4FC1-84A9-09995332DFEF}">
      <dgm:prSet/>
      <dgm:spPr/>
      <dgm:t>
        <a:bodyPr/>
        <a:lstStyle/>
        <a:p>
          <a:endParaRPr lang="fr-FR"/>
        </a:p>
      </dgm:t>
    </dgm:pt>
    <dgm:pt modelId="{D6AFB48C-7FC4-4982-8920-E79FF0C879F1}" type="sibTrans" cxnId="{D57ABC29-9E6F-4FC1-84A9-09995332DFEF}">
      <dgm:prSet custScaleX="54396" custLinFactNeighborX="-23682" custLinFactNeighborY="-77811"/>
      <dgm:spPr/>
      <dgm:t>
        <a:bodyPr/>
        <a:lstStyle/>
        <a:p>
          <a:endParaRPr lang="fr-FR"/>
        </a:p>
      </dgm:t>
    </dgm:pt>
    <dgm:pt modelId="{1608EA6D-1861-4FAA-9707-C0E3EC45698C}" type="pres">
      <dgm:prSet presAssocID="{69DCB57C-64F8-408A-854C-5A759BCD8C22}" presName="outerComposite" presStyleCnt="0">
        <dgm:presLayoutVars>
          <dgm:chMax val="5"/>
          <dgm:dir/>
          <dgm:resizeHandles val="exact"/>
        </dgm:presLayoutVars>
      </dgm:prSet>
      <dgm:spPr/>
    </dgm:pt>
    <dgm:pt modelId="{E0EE4965-FC0C-4429-BB9C-818213CBBFB9}" type="pres">
      <dgm:prSet presAssocID="{69DCB57C-64F8-408A-854C-5A759BCD8C22}" presName="dummyMaxCanvas" presStyleCnt="0">
        <dgm:presLayoutVars/>
      </dgm:prSet>
      <dgm:spPr/>
    </dgm:pt>
    <dgm:pt modelId="{FB513072-4F80-4507-9CF4-F4E2E58D9634}" type="pres">
      <dgm:prSet presAssocID="{69DCB57C-64F8-408A-854C-5A759BCD8C22}" presName="FourNodes_1" presStyleLbl="node1" presStyleIdx="0" presStyleCnt="4" custScaleX="111002" custScaleY="87696" custLinFactNeighborX="3808" custLinFactNeighborY="19331">
        <dgm:presLayoutVars>
          <dgm:bulletEnabled val="1"/>
        </dgm:presLayoutVars>
      </dgm:prSet>
      <dgm:spPr/>
    </dgm:pt>
    <dgm:pt modelId="{05153AE8-2273-471A-A501-0ED6EC268ED7}" type="pres">
      <dgm:prSet presAssocID="{69DCB57C-64F8-408A-854C-5A759BCD8C22}" presName="FourNodes_2" presStyleLbl="node1" presStyleIdx="1" presStyleCnt="4" custScaleX="109449" custScaleY="55898" custLinFactNeighborX="2601" custLinFactNeighborY="-7706">
        <dgm:presLayoutVars>
          <dgm:bulletEnabled val="1"/>
        </dgm:presLayoutVars>
      </dgm:prSet>
      <dgm:spPr/>
    </dgm:pt>
    <dgm:pt modelId="{C5C8DC96-44CC-4261-A023-1B6591EB58F6}" type="pres">
      <dgm:prSet presAssocID="{69DCB57C-64F8-408A-854C-5A759BCD8C22}" presName="FourNodes_3" presStyleLbl="node1" presStyleIdx="2" presStyleCnt="4" custScaleX="109261" custScaleY="84984" custLinFactNeighborX="1601" custLinFactNeighborY="-39066">
        <dgm:presLayoutVars>
          <dgm:bulletEnabled val="1"/>
        </dgm:presLayoutVars>
      </dgm:prSet>
      <dgm:spPr/>
    </dgm:pt>
    <dgm:pt modelId="{5A9FC1D0-4626-41CB-9297-329B0939E6E2}" type="pres">
      <dgm:prSet presAssocID="{69DCB57C-64F8-408A-854C-5A759BCD8C22}" presName="FourNodes_4" presStyleLbl="node1" presStyleIdx="3" presStyleCnt="4" custScaleX="107909" custScaleY="81395" custLinFactNeighborX="-121" custLinFactNeighborY="-57337">
        <dgm:presLayoutVars>
          <dgm:bulletEnabled val="1"/>
        </dgm:presLayoutVars>
      </dgm:prSet>
      <dgm:spPr/>
    </dgm:pt>
    <dgm:pt modelId="{0527D4A5-0A59-472E-A0FE-7770D0FC42DE}" type="pres">
      <dgm:prSet presAssocID="{69DCB57C-64F8-408A-854C-5A759BCD8C22}" presName="FourConn_1-2" presStyleLbl="fgAccFollowNode1" presStyleIdx="0" presStyleCnt="3" custScaleX="77442" custScaleY="135612" custLinFactNeighborX="28154" custLinFactNeighborY="7605">
        <dgm:presLayoutVars>
          <dgm:bulletEnabled val="1"/>
        </dgm:presLayoutVars>
      </dgm:prSet>
      <dgm:spPr/>
    </dgm:pt>
    <dgm:pt modelId="{D40F3925-EF49-4E1F-8891-79767678D73E}" type="pres">
      <dgm:prSet presAssocID="{69DCB57C-64F8-408A-854C-5A759BCD8C22}" presName="FourConn_2-3" presStyleLbl="fgAccFollowNode1" presStyleIdx="1" presStyleCnt="3" custScaleX="64667" custScaleY="100000" custLinFactNeighborX="44177" custLinFactNeighborY="-46044">
        <dgm:presLayoutVars>
          <dgm:bulletEnabled val="1"/>
        </dgm:presLayoutVars>
      </dgm:prSet>
      <dgm:spPr/>
    </dgm:pt>
    <dgm:pt modelId="{9CCEAF41-BB82-46DA-9CC9-5E4706F85D93}" type="pres">
      <dgm:prSet presAssocID="{69DCB57C-64F8-408A-854C-5A759BCD8C22}" presName="FourConn_3-4" presStyleLbl="fgAccFollowNode1" presStyleIdx="2" presStyleCnt="3" custScaleX="80403" custScaleY="100000" custLinFactNeighborX="36923" custLinFactNeighborY="-65881">
        <dgm:presLayoutVars>
          <dgm:bulletEnabled val="1"/>
        </dgm:presLayoutVars>
      </dgm:prSet>
      <dgm:spPr/>
    </dgm:pt>
    <dgm:pt modelId="{4DCCC603-B26F-4764-A7CA-8A9DEE345795}" type="pres">
      <dgm:prSet presAssocID="{69DCB57C-64F8-408A-854C-5A759BCD8C22}" presName="FourNodes_1_text" presStyleLbl="node1" presStyleIdx="3" presStyleCnt="4">
        <dgm:presLayoutVars>
          <dgm:bulletEnabled val="1"/>
        </dgm:presLayoutVars>
      </dgm:prSet>
      <dgm:spPr/>
    </dgm:pt>
    <dgm:pt modelId="{240142EF-64C1-43F4-897B-E7CC877616B9}" type="pres">
      <dgm:prSet presAssocID="{69DCB57C-64F8-408A-854C-5A759BCD8C22}" presName="FourNodes_2_text" presStyleLbl="node1" presStyleIdx="3" presStyleCnt="4">
        <dgm:presLayoutVars>
          <dgm:bulletEnabled val="1"/>
        </dgm:presLayoutVars>
      </dgm:prSet>
      <dgm:spPr/>
    </dgm:pt>
    <dgm:pt modelId="{8134FD48-A6EA-4E83-BD68-5B9CB5A5711C}" type="pres">
      <dgm:prSet presAssocID="{69DCB57C-64F8-408A-854C-5A759BCD8C22}" presName="FourNodes_3_text" presStyleLbl="node1" presStyleIdx="3" presStyleCnt="4">
        <dgm:presLayoutVars>
          <dgm:bulletEnabled val="1"/>
        </dgm:presLayoutVars>
      </dgm:prSet>
      <dgm:spPr/>
    </dgm:pt>
    <dgm:pt modelId="{255C68BB-6EBC-4EEA-A25E-142D32055B67}" type="pres">
      <dgm:prSet presAssocID="{69DCB57C-64F8-408A-854C-5A759BCD8C22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D3CD5C00-67CA-44C6-8F74-A88B2F4BBAB6}" type="presOf" srcId="{69DCB57C-64F8-408A-854C-5A759BCD8C22}" destId="{1608EA6D-1861-4FAA-9707-C0E3EC45698C}" srcOrd="0" destOrd="0" presId="urn:microsoft.com/office/officeart/2005/8/layout/vProcess5"/>
    <dgm:cxn modelId="{99299504-D5AC-464A-9128-14C047BCA1E7}" srcId="{69DCB57C-64F8-408A-854C-5A759BCD8C22}" destId="{46735F6D-72FA-44D4-AF68-2761F1C81A50}" srcOrd="2" destOrd="0" parTransId="{82C82E06-701B-45AC-B3D6-1EA4057C7D55}" sibTransId="{FADA9417-73EC-4BCB-955F-DD7CCBA23A97}"/>
    <dgm:cxn modelId="{D422CF14-4D79-47A8-8F7F-6EF284299C32}" type="presOf" srcId="{46735F6D-72FA-44D4-AF68-2761F1C81A50}" destId="{8134FD48-A6EA-4E83-BD68-5B9CB5A5711C}" srcOrd="1" destOrd="0" presId="urn:microsoft.com/office/officeart/2005/8/layout/vProcess5"/>
    <dgm:cxn modelId="{D57ABC29-9E6F-4FC1-84A9-09995332DFEF}" srcId="{69DCB57C-64F8-408A-854C-5A759BCD8C22}" destId="{280828D3-8060-4625-B70E-2EEDE9AB453F}" srcOrd="3" destOrd="0" parTransId="{BA8B11ED-DAB9-4FB9-835C-85C2BDF66D54}" sibTransId="{D6AFB48C-7FC4-4982-8920-E79FF0C879F1}"/>
    <dgm:cxn modelId="{817F052A-379B-4B30-87B3-82991420B80D}" type="presOf" srcId="{CC4FFB52-85D8-45C5-B633-F5A3B56BBCA9}" destId="{4DCCC603-B26F-4764-A7CA-8A9DEE345795}" srcOrd="1" destOrd="0" presId="urn:microsoft.com/office/officeart/2005/8/layout/vProcess5"/>
    <dgm:cxn modelId="{CD87622A-8123-445E-9A56-4309B3D3FD0B}" srcId="{69DCB57C-64F8-408A-854C-5A759BCD8C22}" destId="{CC4FFB52-85D8-45C5-B633-F5A3B56BBCA9}" srcOrd="0" destOrd="0" parTransId="{F1EE8167-4764-42B9-A593-60F8FE804A77}" sibTransId="{E833A856-32DA-419B-8045-4F8369DCEC9B}"/>
    <dgm:cxn modelId="{830AB033-945D-43DC-B6E8-795C4F3288EA}" type="presOf" srcId="{280828D3-8060-4625-B70E-2EEDE9AB453F}" destId="{255C68BB-6EBC-4EEA-A25E-142D32055B67}" srcOrd="1" destOrd="0" presId="urn:microsoft.com/office/officeart/2005/8/layout/vProcess5"/>
    <dgm:cxn modelId="{69D89140-590E-4777-86FD-D450605AF692}" type="presOf" srcId="{D3C4679C-BE79-49E3-B053-6B16A5C52A0C}" destId="{240142EF-64C1-43F4-897B-E7CC877616B9}" srcOrd="1" destOrd="0" presId="urn:microsoft.com/office/officeart/2005/8/layout/vProcess5"/>
    <dgm:cxn modelId="{398D747C-0E17-4C97-9DFA-0EC684C4B5C3}" type="presOf" srcId="{280828D3-8060-4625-B70E-2EEDE9AB453F}" destId="{5A9FC1D0-4626-41CB-9297-329B0939E6E2}" srcOrd="0" destOrd="0" presId="urn:microsoft.com/office/officeart/2005/8/layout/vProcess5"/>
    <dgm:cxn modelId="{6BBA0782-13FA-4E4D-98D0-00C1052AD6F8}" type="presOf" srcId="{CE182E65-8799-4BE8-AE17-A4B62D141E88}" destId="{D40F3925-EF49-4E1F-8891-79767678D73E}" srcOrd="0" destOrd="0" presId="urn:microsoft.com/office/officeart/2005/8/layout/vProcess5"/>
    <dgm:cxn modelId="{BD252F99-936D-44A0-A0FE-89500D150EB5}" type="presOf" srcId="{46735F6D-72FA-44D4-AF68-2761F1C81A50}" destId="{C5C8DC96-44CC-4261-A023-1B6591EB58F6}" srcOrd="0" destOrd="0" presId="urn:microsoft.com/office/officeart/2005/8/layout/vProcess5"/>
    <dgm:cxn modelId="{2FCB5299-32F6-476C-ABBA-C1D7D5D9AB12}" type="presOf" srcId="{FADA9417-73EC-4BCB-955F-DD7CCBA23A97}" destId="{9CCEAF41-BB82-46DA-9CC9-5E4706F85D93}" srcOrd="0" destOrd="0" presId="urn:microsoft.com/office/officeart/2005/8/layout/vProcess5"/>
    <dgm:cxn modelId="{1ED937A5-A18E-429E-B23C-DECC3403463E}" srcId="{69DCB57C-64F8-408A-854C-5A759BCD8C22}" destId="{D3C4679C-BE79-49E3-B053-6B16A5C52A0C}" srcOrd="1" destOrd="0" parTransId="{317C5FAD-23F5-40C0-B00E-EAE5D9D394D0}" sibTransId="{CE182E65-8799-4BE8-AE17-A4B62D141E88}"/>
    <dgm:cxn modelId="{674FAAAA-BFA2-4D34-8412-ECC0B4551DC0}" type="presOf" srcId="{CC4FFB52-85D8-45C5-B633-F5A3B56BBCA9}" destId="{FB513072-4F80-4507-9CF4-F4E2E58D9634}" srcOrd="0" destOrd="0" presId="urn:microsoft.com/office/officeart/2005/8/layout/vProcess5"/>
    <dgm:cxn modelId="{689940DE-FA68-48F6-B6CB-7F5075DAC5D5}" type="presOf" srcId="{D3C4679C-BE79-49E3-B053-6B16A5C52A0C}" destId="{05153AE8-2273-471A-A501-0ED6EC268ED7}" srcOrd="0" destOrd="0" presId="urn:microsoft.com/office/officeart/2005/8/layout/vProcess5"/>
    <dgm:cxn modelId="{453888E6-531C-4762-9CC5-BD9C414EB822}" type="presOf" srcId="{E833A856-32DA-419B-8045-4F8369DCEC9B}" destId="{0527D4A5-0A59-472E-A0FE-7770D0FC42DE}" srcOrd="0" destOrd="0" presId="urn:microsoft.com/office/officeart/2005/8/layout/vProcess5"/>
    <dgm:cxn modelId="{F2296A4C-DA56-4A43-B2F9-0FF4DCD4C1A3}" type="presParOf" srcId="{1608EA6D-1861-4FAA-9707-C0E3EC45698C}" destId="{E0EE4965-FC0C-4429-BB9C-818213CBBFB9}" srcOrd="0" destOrd="0" presId="urn:microsoft.com/office/officeart/2005/8/layout/vProcess5"/>
    <dgm:cxn modelId="{DECDB3D4-6248-4595-960B-E4065557165B}" type="presParOf" srcId="{1608EA6D-1861-4FAA-9707-C0E3EC45698C}" destId="{FB513072-4F80-4507-9CF4-F4E2E58D9634}" srcOrd="1" destOrd="0" presId="urn:microsoft.com/office/officeart/2005/8/layout/vProcess5"/>
    <dgm:cxn modelId="{341A09D7-F69F-434F-9914-B01DFB7A2865}" type="presParOf" srcId="{1608EA6D-1861-4FAA-9707-C0E3EC45698C}" destId="{05153AE8-2273-471A-A501-0ED6EC268ED7}" srcOrd="2" destOrd="0" presId="urn:microsoft.com/office/officeart/2005/8/layout/vProcess5"/>
    <dgm:cxn modelId="{E0C6B7AB-07AF-4863-A8CC-D1AA995C4EAD}" type="presParOf" srcId="{1608EA6D-1861-4FAA-9707-C0E3EC45698C}" destId="{C5C8DC96-44CC-4261-A023-1B6591EB58F6}" srcOrd="3" destOrd="0" presId="urn:microsoft.com/office/officeart/2005/8/layout/vProcess5"/>
    <dgm:cxn modelId="{E0BC7540-117F-4A0E-9D2D-FBB016F290CC}" type="presParOf" srcId="{1608EA6D-1861-4FAA-9707-C0E3EC45698C}" destId="{5A9FC1D0-4626-41CB-9297-329B0939E6E2}" srcOrd="4" destOrd="0" presId="urn:microsoft.com/office/officeart/2005/8/layout/vProcess5"/>
    <dgm:cxn modelId="{B0E42F4C-3CC0-43EE-83A4-8A69BFA9A770}" type="presParOf" srcId="{1608EA6D-1861-4FAA-9707-C0E3EC45698C}" destId="{0527D4A5-0A59-472E-A0FE-7770D0FC42DE}" srcOrd="5" destOrd="0" presId="urn:microsoft.com/office/officeart/2005/8/layout/vProcess5"/>
    <dgm:cxn modelId="{7939771B-EC60-4A3F-8E7B-A840D1C404BE}" type="presParOf" srcId="{1608EA6D-1861-4FAA-9707-C0E3EC45698C}" destId="{D40F3925-EF49-4E1F-8891-79767678D73E}" srcOrd="6" destOrd="0" presId="urn:microsoft.com/office/officeart/2005/8/layout/vProcess5"/>
    <dgm:cxn modelId="{CD055DAF-02CF-4441-9CBB-6FEA130197FF}" type="presParOf" srcId="{1608EA6D-1861-4FAA-9707-C0E3EC45698C}" destId="{9CCEAF41-BB82-46DA-9CC9-5E4706F85D93}" srcOrd="7" destOrd="0" presId="urn:microsoft.com/office/officeart/2005/8/layout/vProcess5"/>
    <dgm:cxn modelId="{03C9DDBE-00BF-4C3E-9644-8E35CEDD4E6F}" type="presParOf" srcId="{1608EA6D-1861-4FAA-9707-C0E3EC45698C}" destId="{4DCCC603-B26F-4764-A7CA-8A9DEE345795}" srcOrd="8" destOrd="0" presId="urn:microsoft.com/office/officeart/2005/8/layout/vProcess5"/>
    <dgm:cxn modelId="{E172D99E-7931-4842-832B-37F52367B56C}" type="presParOf" srcId="{1608EA6D-1861-4FAA-9707-C0E3EC45698C}" destId="{240142EF-64C1-43F4-897B-E7CC877616B9}" srcOrd="9" destOrd="0" presId="urn:microsoft.com/office/officeart/2005/8/layout/vProcess5"/>
    <dgm:cxn modelId="{2CC69C94-6042-4C35-9943-BADBF63F14F6}" type="presParOf" srcId="{1608EA6D-1861-4FAA-9707-C0E3EC45698C}" destId="{8134FD48-A6EA-4E83-BD68-5B9CB5A5711C}" srcOrd="10" destOrd="0" presId="urn:microsoft.com/office/officeart/2005/8/layout/vProcess5"/>
    <dgm:cxn modelId="{808BE096-DBDE-4AD3-B6E2-C8829686E13C}" type="presParOf" srcId="{1608EA6D-1861-4FAA-9707-C0E3EC45698C}" destId="{255C68BB-6EBC-4EEA-A25E-142D32055B6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B4B9F1-DD48-4E76-8E0E-653E6287014E}">
      <dsp:nvSpPr>
        <dsp:cNvPr id="0" name=""/>
        <dsp:cNvSpPr/>
      </dsp:nvSpPr>
      <dsp:spPr>
        <a:xfrm>
          <a:off x="1037026" y="354663"/>
          <a:ext cx="2158138" cy="94649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Téléphonie mobile et fixe</a:t>
          </a:r>
        </a:p>
      </dsp:txBody>
      <dsp:txXfrm>
        <a:off x="1037026" y="354663"/>
        <a:ext cx="2158138" cy="946490"/>
      </dsp:txXfrm>
    </dsp:sp>
    <dsp:sp modelId="{E3ADADC5-F8BE-4B2F-BE1F-0FB1AA2A5F9B}">
      <dsp:nvSpPr>
        <dsp:cNvPr id="0" name=""/>
        <dsp:cNvSpPr/>
      </dsp:nvSpPr>
      <dsp:spPr>
        <a:xfrm>
          <a:off x="832648" y="315565"/>
          <a:ext cx="965089" cy="903569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t="-3000" b="-3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C3AF5EB6-4487-42C9-8442-DA72643F25B8}">
      <dsp:nvSpPr>
        <dsp:cNvPr id="0" name=""/>
        <dsp:cNvSpPr/>
      </dsp:nvSpPr>
      <dsp:spPr>
        <a:xfrm>
          <a:off x="4607198" y="398397"/>
          <a:ext cx="1843750" cy="805684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Internet</a:t>
          </a:r>
        </a:p>
      </dsp:txBody>
      <dsp:txXfrm>
        <a:off x="4607198" y="398397"/>
        <a:ext cx="1843750" cy="805684"/>
      </dsp:txXfrm>
    </dsp:sp>
    <dsp:sp modelId="{3C843734-56B7-4ED1-930D-622AAB150BA3}">
      <dsp:nvSpPr>
        <dsp:cNvPr id="0" name=""/>
        <dsp:cNvSpPr/>
      </dsp:nvSpPr>
      <dsp:spPr>
        <a:xfrm>
          <a:off x="3943840" y="271114"/>
          <a:ext cx="965089" cy="852801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4A167AC8-3F62-478E-B711-80519508354E}">
      <dsp:nvSpPr>
        <dsp:cNvPr id="0" name=""/>
        <dsp:cNvSpPr/>
      </dsp:nvSpPr>
      <dsp:spPr>
        <a:xfrm>
          <a:off x="7754627" y="297610"/>
          <a:ext cx="2181874" cy="898663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Solutions entreprises</a:t>
          </a:r>
        </a:p>
      </dsp:txBody>
      <dsp:txXfrm>
        <a:off x="7754627" y="297610"/>
        <a:ext cx="2181874" cy="898663"/>
      </dsp:txXfrm>
    </dsp:sp>
    <dsp:sp modelId="{699B50EE-F3F1-470A-B7F9-D97DEEC4F13A}">
      <dsp:nvSpPr>
        <dsp:cNvPr id="0" name=""/>
        <dsp:cNvSpPr/>
      </dsp:nvSpPr>
      <dsp:spPr>
        <a:xfrm>
          <a:off x="7257229" y="247503"/>
          <a:ext cx="965089" cy="827800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46564A52-2EFA-419F-8DDE-8254063DB06E}">
      <dsp:nvSpPr>
        <dsp:cNvPr id="0" name=""/>
        <dsp:cNvSpPr/>
      </dsp:nvSpPr>
      <dsp:spPr>
        <a:xfrm>
          <a:off x="383100" y="1995955"/>
          <a:ext cx="2456334" cy="85374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Infrastructure Télécom</a:t>
          </a:r>
        </a:p>
      </dsp:txBody>
      <dsp:txXfrm>
        <a:off x="383100" y="1995955"/>
        <a:ext cx="2456334" cy="853745"/>
      </dsp:txXfrm>
    </dsp:sp>
    <dsp:sp modelId="{4299077F-E225-45AD-A571-5F8A0373F601}">
      <dsp:nvSpPr>
        <dsp:cNvPr id="0" name=""/>
        <dsp:cNvSpPr/>
      </dsp:nvSpPr>
      <dsp:spPr>
        <a:xfrm>
          <a:off x="95311" y="1887945"/>
          <a:ext cx="965089" cy="867205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t="-6000" b="-6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F3B56CE3-0A25-4A03-A466-B8BA381BB9B1}">
      <dsp:nvSpPr>
        <dsp:cNvPr id="0" name=""/>
        <dsp:cNvSpPr/>
      </dsp:nvSpPr>
      <dsp:spPr>
        <a:xfrm>
          <a:off x="4196782" y="1930815"/>
          <a:ext cx="2293041" cy="1048012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64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Solutions intelligentes</a:t>
          </a:r>
        </a:p>
      </dsp:txBody>
      <dsp:txXfrm>
        <a:off x="4196782" y="1930815"/>
        <a:ext cx="2293041" cy="1048012"/>
      </dsp:txXfrm>
    </dsp:sp>
    <dsp:sp modelId="{25E188C1-0E7A-4E7E-BCDE-B797CF5983A5}">
      <dsp:nvSpPr>
        <dsp:cNvPr id="0" name=""/>
        <dsp:cNvSpPr/>
      </dsp:nvSpPr>
      <dsp:spPr>
        <a:xfrm>
          <a:off x="3613517" y="1875743"/>
          <a:ext cx="1151360" cy="972964"/>
        </a:xfrm>
        <a:prstGeom prst="rect">
          <a:avLst/>
        </a:prstGeom>
        <a:blipFill>
          <a:blip xmlns:r="http://schemas.openxmlformats.org/officeDocument/2006/relationships" r:embed="rId5"/>
          <a:srcRect/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12F5C1FC-9661-450A-87AD-15CE9F608B94}">
      <dsp:nvSpPr>
        <dsp:cNvPr id="0" name=""/>
        <dsp:cNvSpPr/>
      </dsp:nvSpPr>
      <dsp:spPr>
        <a:xfrm>
          <a:off x="8256544" y="1993697"/>
          <a:ext cx="2341361" cy="943181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Qualité de service</a:t>
          </a:r>
          <a:endParaRPr lang="fr-FR" sz="4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8256544" y="1993697"/>
        <a:ext cx="2341361" cy="943181"/>
      </dsp:txXfrm>
    </dsp:sp>
    <dsp:sp modelId="{F92A0E34-1BD9-4A4C-8A2F-4BD5C2E18ADF}">
      <dsp:nvSpPr>
        <dsp:cNvPr id="0" name=""/>
        <dsp:cNvSpPr/>
      </dsp:nvSpPr>
      <dsp:spPr>
        <a:xfrm>
          <a:off x="7551794" y="1896163"/>
          <a:ext cx="1069241" cy="957233"/>
        </a:xfrm>
        <a:prstGeom prst="rect">
          <a:avLst/>
        </a:prstGeom>
        <a:blipFill>
          <a:blip xmlns:r="http://schemas.openxmlformats.org/officeDocument/2006/relationships" r:embed="rId6"/>
          <a:srcRect/>
          <a:stretch>
            <a:fillRect t="-6000" b="-6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513072-4F80-4507-9CF4-F4E2E58D9634}">
      <dsp:nvSpPr>
        <dsp:cNvPr id="0" name=""/>
        <dsp:cNvSpPr/>
      </dsp:nvSpPr>
      <dsp:spPr>
        <a:xfrm>
          <a:off x="-35925" y="193470"/>
          <a:ext cx="4335794" cy="665799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1: Gestion des privilèges et des comptes utilisateurs </a:t>
          </a:r>
        </a:p>
      </dsp:txBody>
      <dsp:txXfrm>
        <a:off x="-16424" y="212971"/>
        <a:ext cx="3365562" cy="626797"/>
      </dsp:txXfrm>
    </dsp:sp>
    <dsp:sp modelId="{05153AE8-2273-471A-A501-0ED6EC268ED7}">
      <dsp:nvSpPr>
        <dsp:cNvPr id="0" name=""/>
        <dsp:cNvSpPr/>
      </dsp:nvSpPr>
      <dsp:spPr>
        <a:xfrm>
          <a:off x="274390" y="1006161"/>
          <a:ext cx="4275133" cy="424384"/>
        </a:xfrm>
        <a:prstGeom prst="roundRect">
          <a:avLst>
            <a:gd name="adj" fmla="val 10000"/>
          </a:avLst>
        </a:prstGeom>
        <a:solidFill>
          <a:schemeClr val="accent4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2: Module e-commerce</a:t>
          </a:r>
        </a:p>
      </dsp:txBody>
      <dsp:txXfrm>
        <a:off x="286820" y="1018591"/>
        <a:ext cx="3352112" cy="399524"/>
      </dsp:txXfrm>
    </dsp:sp>
    <dsp:sp modelId="{C5C8DC96-44CC-4261-A023-1B6591EB58F6}">
      <dsp:nvSpPr>
        <dsp:cNvPr id="0" name=""/>
        <dsp:cNvSpPr/>
      </dsp:nvSpPr>
      <dsp:spPr>
        <a:xfrm>
          <a:off x="561250" y="1554911"/>
          <a:ext cx="4267789" cy="645209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3: Gestion et suivi des pots connectés</a:t>
          </a:r>
        </a:p>
      </dsp:txBody>
      <dsp:txXfrm>
        <a:off x="580148" y="1573809"/>
        <a:ext cx="3338710" cy="607413"/>
      </dsp:txXfrm>
    </dsp:sp>
    <dsp:sp modelId="{5A9FC1D0-4626-41CB-9297-329B0939E6E2}">
      <dsp:nvSpPr>
        <dsp:cNvPr id="0" name=""/>
        <dsp:cNvSpPr/>
      </dsp:nvSpPr>
      <dsp:spPr>
        <a:xfrm>
          <a:off x="847525" y="2327071"/>
          <a:ext cx="4214979" cy="617961"/>
        </a:xfrm>
        <a:prstGeom prst="roundRect">
          <a:avLst>
            <a:gd name="adj" fmla="val 10000"/>
          </a:avLst>
        </a:prstGeom>
        <a:solidFill>
          <a:schemeClr val="accent5">
            <a:lumMod val="40000"/>
            <a:lumOff val="6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Sprint 4: Module éducatif et gestion des réclamations</a:t>
          </a:r>
        </a:p>
      </dsp:txBody>
      <dsp:txXfrm>
        <a:off x="865624" y="2345170"/>
        <a:ext cx="3293258" cy="581763"/>
      </dsp:txXfrm>
    </dsp:sp>
    <dsp:sp modelId="{0527D4A5-0A59-472E-A0FE-7770D0FC42DE}">
      <dsp:nvSpPr>
        <dsp:cNvPr id="0" name=""/>
        <dsp:cNvSpPr/>
      </dsp:nvSpPr>
      <dsp:spPr>
        <a:xfrm>
          <a:off x="3637362" y="531147"/>
          <a:ext cx="382167" cy="669229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lumMod val="40000"/>
            <a:lumOff val="60000"/>
            <a:alpha val="90000"/>
          </a:schemeClr>
        </a:solidFill>
        <a:ln w="25400" cap="flat" cmpd="sng" algn="ctr">
          <a:solidFill>
            <a:schemeClr val="accent2">
              <a:lumMod val="40000"/>
              <a:lumOff val="6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400" kern="1200"/>
        </a:p>
      </dsp:txBody>
      <dsp:txXfrm>
        <a:off x="3723350" y="531147"/>
        <a:ext cx="210191" cy="574643"/>
      </dsp:txXfrm>
    </dsp:sp>
    <dsp:sp modelId="{D40F3925-EF49-4E1F-8891-79767678D73E}">
      <dsp:nvSpPr>
        <dsp:cNvPr id="0" name=""/>
        <dsp:cNvSpPr/>
      </dsp:nvSpPr>
      <dsp:spPr>
        <a:xfrm>
          <a:off x="4075087" y="1251518"/>
          <a:ext cx="319124" cy="493488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lumMod val="40000"/>
            <a:lumOff val="60000"/>
            <a:alpha val="90000"/>
          </a:schemeClr>
        </a:solidFill>
        <a:ln w="25400" cap="flat" cmpd="sng" algn="ctr">
          <a:solidFill>
            <a:schemeClr val="accent4">
              <a:lumMod val="40000"/>
              <a:lumOff val="6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600" kern="1200"/>
        </a:p>
      </dsp:txBody>
      <dsp:txXfrm>
        <a:off x="4146890" y="1251518"/>
        <a:ext cx="175518" cy="414505"/>
      </dsp:txXfrm>
    </dsp:sp>
    <dsp:sp modelId="{9CCEAF41-BB82-46DA-9CC9-5E4706F85D93}">
      <dsp:nvSpPr>
        <dsp:cNvPr id="0" name=""/>
        <dsp:cNvSpPr/>
      </dsp:nvSpPr>
      <dsp:spPr>
        <a:xfrm>
          <a:off x="4322711" y="2050876"/>
          <a:ext cx="396779" cy="493488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lumMod val="40000"/>
            <a:lumOff val="60000"/>
            <a:alpha val="90000"/>
          </a:schemeClr>
        </a:solidFill>
        <a:ln w="25400" cap="flat" cmpd="sng" algn="ctr">
          <a:solidFill>
            <a:schemeClr val="accent6">
              <a:lumMod val="40000"/>
              <a:lumOff val="60000"/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500" kern="1200"/>
        </a:p>
      </dsp:txBody>
      <dsp:txXfrm>
        <a:off x="4411986" y="2050876"/>
        <a:ext cx="218229" cy="3952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B7559-7654-4B48-8674-89DDA6A5112A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41159E-4582-4A95-A4E1-58A43B93D8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83108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7761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4208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8338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96750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0" name="Google Shape;31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4636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8264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37793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0250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64839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32931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466796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821120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9093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735096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662347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79384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214129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456425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064250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7134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345544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02369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33522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4" name="Google Shape;70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297908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TN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30795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1" name="Google Shape;79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92" name="Google Shape;792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fr-FR"/>
              <a:t>36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13" name="Google Shape;813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7" Type="http://schemas.openxmlformats.org/officeDocument/2006/relationships/image" Target="../media/image48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jpeg"/><Relationship Id="rId4" Type="http://schemas.openxmlformats.org/officeDocument/2006/relationships/image" Target="../media/image45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jpg"/><Relationship Id="rId5" Type="http://schemas.openxmlformats.org/officeDocument/2006/relationships/image" Target="../media/image54.jpeg"/><Relationship Id="rId4" Type="http://schemas.openxmlformats.org/officeDocument/2006/relationships/image" Target="../media/image45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jp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3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1117539" y="2798272"/>
            <a:ext cx="10110900" cy="86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fr-FR" sz="25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2500" b="1" dirty="0">
                <a:solidFill>
                  <a:schemeClr val="dk1"/>
                </a:solidFill>
              </a:rPr>
              <a:t>P</a:t>
            </a:r>
            <a:r>
              <a:rPr lang="fr-FR" sz="2500" b="1" i="0" u="none" strike="noStrike" cap="none" dirty="0">
                <a:solidFill>
                  <a:schemeClr val="dk1"/>
                </a:solidFill>
              </a:rPr>
              <a:t>lateforme de gestion et de suivi des plantes connectée à un pot intelligent avec un système éducatif</a:t>
            </a:r>
            <a:endParaRPr sz="25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3012974" y="4160889"/>
            <a:ext cx="6006636" cy="335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Élaboré par : </a:t>
            </a:r>
            <a:r>
              <a:rPr lang="fr-FR" sz="1800" b="1" dirty="0">
                <a:solidFill>
                  <a:schemeClr val="dk1"/>
                </a:solidFill>
              </a:rPr>
              <a:t>Oussema Koubaa &amp; Yassine </a:t>
            </a:r>
            <a:r>
              <a:rPr lang="fr-FR" sz="1800" b="1" dirty="0" err="1">
                <a:solidFill>
                  <a:schemeClr val="dk1"/>
                </a:solidFill>
              </a:rPr>
              <a:t>Rekik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2247092" y="5139578"/>
            <a:ext cx="3769200" cy="103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Encadrants : 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</a:t>
            </a:r>
            <a:r>
              <a:rPr lang="fr-FR" sz="1800" b="1" dirty="0">
                <a:solidFill>
                  <a:schemeClr val="dk1"/>
                </a:solidFill>
              </a:rPr>
              <a:t>r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      Achraf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Mtibaa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Mme  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Dorra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Labidi</a:t>
            </a:r>
            <a:endParaRPr sz="18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4048775" y="6429425"/>
            <a:ext cx="3957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Année universitaire 2025</a:t>
            </a:r>
            <a:r>
              <a:rPr lang="fr-FR" sz="1800" b="1" dirty="0">
                <a:solidFill>
                  <a:schemeClr val="dk1"/>
                </a:solidFill>
              </a:rPr>
              <a:t>-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2026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cxnSp>
        <p:nvCxnSpPr>
          <p:cNvPr id="94" name="Google Shape;94;p13"/>
          <p:cNvCxnSpPr>
            <a:cxnSpLocks/>
          </p:cNvCxnSpPr>
          <p:nvPr/>
        </p:nvCxnSpPr>
        <p:spPr>
          <a:xfrm>
            <a:off x="854548" y="2566861"/>
            <a:ext cx="10373891" cy="1528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5" name="Google Shape;95;p13"/>
          <p:cNvCxnSpPr>
            <a:cxnSpLocks/>
          </p:cNvCxnSpPr>
          <p:nvPr/>
        </p:nvCxnSpPr>
        <p:spPr>
          <a:xfrm flipV="1">
            <a:off x="854548" y="3825103"/>
            <a:ext cx="10373891" cy="2886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13"/>
          <p:cNvSpPr/>
          <p:nvPr/>
        </p:nvSpPr>
        <p:spPr>
          <a:xfrm>
            <a:off x="6486188" y="5174089"/>
            <a:ext cx="3487800" cy="997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Membres du jury : 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     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78" y="682146"/>
            <a:ext cx="2486571" cy="14109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730494" y="682147"/>
            <a:ext cx="6632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Projet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de fin </a:t>
            </a:r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d’étude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pour </a:t>
            </a:r>
            <a:r>
              <a:rPr lang="fr-FR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l’obtention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197" y="1311108"/>
            <a:ext cx="6632812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Diplôme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Nationale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de licence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en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Technologie de l’information et de communication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2403" y="4602381"/>
            <a:ext cx="77724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fr-FR" sz="2000" b="1" i="1" dirty="0"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Soutenu le 20 juin 2026, devant la commission d'examen:</a:t>
            </a:r>
            <a:endParaRPr lang="en-US" sz="2000" dirty="0">
              <a:effectLst/>
              <a:latin typeface="Times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103476" y="82127"/>
            <a:ext cx="11985048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rgbClr val="92D050"/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24A77DF-61BB-4C69-99F7-B689D4B696B9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6561" y="739484"/>
            <a:ext cx="1788160" cy="13174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>
          <a:xfrm>
            <a:off x="4147857" y="4272965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8B2EF2-A793-436F-9DB0-7844B8FF4F38}"/>
              </a:ext>
            </a:extLst>
          </p:cNvPr>
          <p:cNvSpPr/>
          <p:nvPr/>
        </p:nvSpPr>
        <p:spPr>
          <a:xfrm>
            <a:off x="1354142" y="809515"/>
            <a:ext cx="8330631" cy="64084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defTabSz="505022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fr-FR" sz="1105" b="1">
                <a:solidFill>
                  <a:srgbClr val="6464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n-AU" sz="1105">
              <a:solidFill>
                <a:srgbClr val="6464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A1B17B8-71B3-4E2B-AE3F-FE2FFCC4D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018" y="896491"/>
            <a:ext cx="2790618" cy="492443"/>
          </a:xfrm>
        </p:spPr>
        <p:txBody>
          <a:bodyPr>
            <a:normAutofit fontScale="90000"/>
          </a:bodyPr>
          <a:lstStyle/>
          <a:p>
            <a:r>
              <a:rPr lang="fr-FR" sz="3200" b="1" dirty="0">
                <a:solidFill>
                  <a:schemeClr val="bg1"/>
                </a:solidFill>
                <a:latin typeface="Arial" panose="020B0604020202020204" pitchFamily="34" charset="0"/>
              </a:rPr>
              <a:t>Sommaire</a:t>
            </a:r>
          </a:p>
        </p:txBody>
      </p:sp>
      <p:grpSp>
        <p:nvGrpSpPr>
          <p:cNvPr id="20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17495" y="1842970"/>
            <a:ext cx="5271099" cy="595428"/>
            <a:chOff x="1282262" y="2144112"/>
            <a:chExt cx="7546427" cy="588580"/>
          </a:xfrm>
          <a:solidFill>
            <a:schemeClr val="bg1"/>
          </a:solidFill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Contexte général</a:t>
              </a:r>
            </a:p>
          </p:txBody>
        </p:sp>
        <p:cxnSp>
          <p:nvCxnSpPr>
            <p:cNvPr id="22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01</a:t>
              </a:r>
            </a:p>
          </p:txBody>
        </p:sp>
      </p:grpSp>
      <p:grpSp>
        <p:nvGrpSpPr>
          <p:cNvPr id="37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5" y="246732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Analyse des besoins</a:t>
              </a:r>
              <a:endParaRPr lang="pt-BR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02</a:t>
              </a:r>
            </a:p>
          </p:txBody>
        </p:sp>
      </p:grpSp>
      <p:grpSp>
        <p:nvGrpSpPr>
          <p:cNvPr id="41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08" y="309658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en-US" sz="1600" b="1" dirty="0">
                  <a:solidFill>
                    <a:schemeClr val="tx1"/>
                  </a:solidFill>
                </a:rPr>
                <a:t>Conception</a:t>
              </a:r>
            </a:p>
          </p:txBody>
        </p:sp>
        <p:cxnSp>
          <p:nvCxnSpPr>
            <p:cNvPr id="43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03</a:t>
              </a:r>
            </a:p>
          </p:txBody>
        </p:sp>
      </p:grpSp>
      <p:grpSp>
        <p:nvGrpSpPr>
          <p:cNvPr id="45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4" y="3716023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Réalisation</a:t>
              </a:r>
            </a:p>
          </p:txBody>
        </p:sp>
        <p:cxnSp>
          <p:nvCxnSpPr>
            <p:cNvPr id="47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04</a:t>
              </a:r>
            </a:p>
          </p:txBody>
        </p:sp>
      </p:grpSp>
      <p:grpSp>
        <p:nvGrpSpPr>
          <p:cNvPr id="49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7334" y="4340377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Conclusion et perspectives</a:t>
              </a:r>
            </a:p>
          </p:txBody>
        </p:sp>
        <p:cxnSp>
          <p:nvCxnSpPr>
            <p:cNvPr id="51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05</a:t>
              </a:r>
            </a:p>
          </p:txBody>
        </p:sp>
      </p:grpSp>
      <p:sp>
        <p:nvSpPr>
          <p:cNvPr id="30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5361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81293" y="82127"/>
            <a:ext cx="12029413" cy="6693745"/>
            <a:chOff x="60946" y="124145"/>
            <a:chExt cx="8928100" cy="4897120"/>
          </a:xfrm>
        </p:grpSpPr>
        <p:sp>
          <p:nvSpPr>
            <p:cNvPr id="6" name="object 5"/>
            <p:cNvSpPr/>
            <p:nvPr/>
          </p:nvSpPr>
          <p:spPr>
            <a:xfrm>
              <a:off x="60946" y="124145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00979"/>
            <a:ext cx="3657600" cy="69472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Contexte général</a:t>
            </a:r>
            <a:br>
              <a:rPr lang="fr-FR" sz="2400" b="1" dirty="0">
                <a:solidFill>
                  <a:schemeClr val="bg1"/>
                </a:solidFill>
                <a:latin typeface="+mj-lt"/>
              </a:rPr>
            </a:b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BBA0230-D7E8-4D5E-9467-F9A6208378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18345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08647" y="946766"/>
            <a:ext cx="5864278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Organisme d’accueil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68379" y="25881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C152916-4819-4918-B309-5260B25909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FACD4AD-646F-403E-BE49-61141CFE9B1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313" y="1849119"/>
            <a:ext cx="1788160" cy="131749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" name="Diagramme 21">
            <a:extLst>
              <a:ext uri="{FF2B5EF4-FFF2-40B4-BE49-F238E27FC236}">
                <a16:creationId xmlns:a16="http://schemas.microsoft.com/office/drawing/2014/main" id="{9EAEC5DD-7CF2-3AA0-E7F6-A8C61342FF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9246375"/>
              </p:ext>
            </p:extLst>
          </p:nvPr>
        </p:nvGraphicFramePr>
        <p:xfrm>
          <a:off x="487681" y="3271520"/>
          <a:ext cx="11125200" cy="3311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596004491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528278" y="2027204"/>
            <a:ext cx="5567107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1600"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/>
              <a:t>Comment assurer une gestion intelligente et un suivi efficace des plantes ?</a:t>
            </a:r>
            <a:endParaRPr sz="1600" b="1" i="0" u="none" strike="noStrike" cap="none" dirty="0">
              <a:solidFill>
                <a:schemeClr val="tx1"/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39196" y="19293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0" name="Espace réservé du numéro de diapositive 29">
            <a:extLst>
              <a:ext uri="{FF2B5EF4-FFF2-40B4-BE49-F238E27FC236}">
                <a16:creationId xmlns:a16="http://schemas.microsoft.com/office/drawing/2014/main" id="{ABCA6013-64D0-4B31-A1BD-D5D4F68C33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E2FB199-3DF5-4B1B-B8A1-F012B212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682" y="1740832"/>
            <a:ext cx="1075836" cy="12395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E55741E-20D9-4A4A-B134-CB3FF95745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18" y="3514344"/>
            <a:ext cx="1865376" cy="111861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1B106778-538B-4861-AFB6-7035B8B44503}"/>
              </a:ext>
            </a:extLst>
          </p:cNvPr>
          <p:cNvSpPr txBox="1"/>
          <p:nvPr/>
        </p:nvSpPr>
        <p:spPr>
          <a:xfrm>
            <a:off x="785850" y="4784050"/>
            <a:ext cx="2322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Assurer un apport en eau adapté selon les besoins de chaque plante.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E73A48FF-1A8F-449A-ADAD-72C1CDEAFE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834" y="3493729"/>
            <a:ext cx="1865376" cy="1290975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8D89E759-DC10-4CD2-B72B-609D373D2B1F}"/>
              </a:ext>
            </a:extLst>
          </p:cNvPr>
          <p:cNvSpPr txBox="1"/>
          <p:nvPr/>
        </p:nvSpPr>
        <p:spPr>
          <a:xfrm>
            <a:off x="3525520" y="4784050"/>
            <a:ext cx="25704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Surveiller le niveau d’humidité afin d’éviter le dessèchement ou l’excès en eau.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E8E4EB19-6238-473B-8899-8CDC018002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440" y="3482553"/>
            <a:ext cx="1536304" cy="1301497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0B683B19-7B15-41F9-BA21-3F3EEEFB23E2}"/>
              </a:ext>
            </a:extLst>
          </p:cNvPr>
          <p:cNvSpPr txBox="1"/>
          <p:nvPr/>
        </p:nvSpPr>
        <p:spPr>
          <a:xfrm>
            <a:off x="6513094" y="4804370"/>
            <a:ext cx="24226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Maintenir une température adaptée aux besoins de la plante.</a:t>
            </a: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35BD90EC-0E04-4FD9-96A3-ECD1DA21D7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9855" y="3392599"/>
            <a:ext cx="1270490" cy="1239520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36E6E41A-5053-469E-9CC4-B1A985ACAE30}"/>
              </a:ext>
            </a:extLst>
          </p:cNvPr>
          <p:cNvSpPr txBox="1"/>
          <p:nvPr/>
        </p:nvSpPr>
        <p:spPr>
          <a:xfrm>
            <a:off x="9500668" y="4804370"/>
            <a:ext cx="220472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Observer régulièrement l’état général de la plante afin de détecter d’éventuelles anomalies ou maladies.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27"/>
          <p:cNvSpPr/>
          <p:nvPr/>
        </p:nvSpPr>
        <p:spPr>
          <a:xfrm rot="18590841">
            <a:off x="3822557" y="1260952"/>
            <a:ext cx="5245101" cy="5245101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5588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Partial Circle 29"/>
          <p:cNvSpPr/>
          <p:nvPr/>
        </p:nvSpPr>
        <p:spPr>
          <a:xfrm rot="3741366">
            <a:off x="3608446" y="924868"/>
            <a:ext cx="5835492" cy="5835492"/>
          </a:xfrm>
          <a:prstGeom prst="pie">
            <a:avLst>
              <a:gd name="adj1" fmla="val 5283198"/>
              <a:gd name="adj2" fmla="val 8662092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317500" dist="38100" dir="8100000" algn="tr" rotWithShape="0">
              <a:schemeClr val="tx1">
                <a:lumMod val="85000"/>
                <a:lumOff val="1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9" name="Partial Circle 29"/>
          <p:cNvSpPr/>
          <p:nvPr/>
        </p:nvSpPr>
        <p:spPr>
          <a:xfrm>
            <a:off x="3547962" y="930479"/>
            <a:ext cx="5835492" cy="5835492"/>
          </a:xfrm>
          <a:prstGeom prst="pie">
            <a:avLst>
              <a:gd name="adj1" fmla="val 1666455"/>
              <a:gd name="adj2" fmla="val 5418988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0" name="Partial Circle 26"/>
          <p:cNvSpPr/>
          <p:nvPr/>
        </p:nvSpPr>
        <p:spPr>
          <a:xfrm>
            <a:off x="3547962" y="1000021"/>
            <a:ext cx="5835492" cy="5835492"/>
          </a:xfrm>
          <a:prstGeom prst="pie">
            <a:avLst>
              <a:gd name="adj1" fmla="val 19207856"/>
              <a:gd name="adj2" fmla="val 178985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254000" dist="38100" dir="5400000" sx="103000" sy="103000" algn="t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" name="TextBox 53"/>
          <p:cNvSpPr txBox="1"/>
          <p:nvPr/>
        </p:nvSpPr>
        <p:spPr>
          <a:xfrm>
            <a:off x="7583363" y="2985688"/>
            <a:ext cx="18000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Absence</a:t>
            </a:r>
            <a:r>
              <a:rPr lang="fr-FR" sz="1400" b="1" dirty="0">
                <a:solidFill>
                  <a:schemeClr val="bg1"/>
                </a:solidFill>
              </a:rPr>
              <a:t> de solutions intelligentes en Tunisie dédiés à la gestion et au suivi des plantes. </a:t>
            </a:r>
          </a:p>
        </p:txBody>
      </p:sp>
      <p:sp>
        <p:nvSpPr>
          <p:cNvPr id="13" name="TextBox 54"/>
          <p:cNvSpPr txBox="1"/>
          <p:nvPr/>
        </p:nvSpPr>
        <p:spPr>
          <a:xfrm>
            <a:off x="6521746" y="5059403"/>
            <a:ext cx="15879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Manque de connaissances techniques liées à la gestion et à l’entretien des plantes.</a:t>
            </a:r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14" name="TextBox 54"/>
          <p:cNvSpPr txBox="1"/>
          <p:nvPr/>
        </p:nvSpPr>
        <p:spPr>
          <a:xfrm>
            <a:off x="3638186" y="3365561"/>
            <a:ext cx="169126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SzPts val="1400"/>
            </a:pPr>
            <a:r>
              <a:rPr lang="fr-FR" b="1" dirty="0">
                <a:solidFill>
                  <a:schemeClr val="bg1"/>
                </a:solidFill>
              </a:rPr>
              <a:t>Gaspillage des ressources hydriques dû à une irrigation non optimisé. </a:t>
            </a:r>
          </a:p>
        </p:txBody>
      </p:sp>
      <p:sp>
        <p:nvSpPr>
          <p:cNvPr id="15" name="Partial Circle 29"/>
          <p:cNvSpPr/>
          <p:nvPr/>
        </p:nvSpPr>
        <p:spPr>
          <a:xfrm rot="10800000">
            <a:off x="3604000" y="965757"/>
            <a:ext cx="5835492" cy="5835492"/>
          </a:xfrm>
          <a:prstGeom prst="pie">
            <a:avLst>
              <a:gd name="adj1" fmla="val 1666455"/>
              <a:gd name="adj2" fmla="val 5394915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6" name="Oval 31"/>
          <p:cNvSpPr/>
          <p:nvPr/>
        </p:nvSpPr>
        <p:spPr>
          <a:xfrm>
            <a:off x="5857908" y="3241393"/>
            <a:ext cx="1209122" cy="1209122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330200" dist="38100" dir="2700000" sx="103000" sy="103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TextBox 54"/>
          <p:cNvSpPr txBox="1"/>
          <p:nvPr/>
        </p:nvSpPr>
        <p:spPr>
          <a:xfrm>
            <a:off x="4693894" y="1590334"/>
            <a:ext cx="16912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Difficulté de gestion et de suivi des plantes face aux changements climatiques.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19" name="Picture 5" descr="C:\Users\mohamed ben samir\Downloads\like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226418" y="4115176"/>
            <a:ext cx="325148" cy="325148"/>
          </a:xfrm>
          <a:prstGeom prst="rect">
            <a:avLst/>
          </a:prstGeom>
          <a:noFill/>
        </p:spPr>
      </p:pic>
      <p:sp>
        <p:nvSpPr>
          <p:cNvPr id="37" name="Google Shape;247;p19"/>
          <p:cNvSpPr txBox="1"/>
          <p:nvPr/>
        </p:nvSpPr>
        <p:spPr>
          <a:xfrm>
            <a:off x="191350" y="1002325"/>
            <a:ext cx="8476800" cy="601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</a:pPr>
            <a:r>
              <a:rPr lang="fr-FR" sz="2100" b="1" dirty="0">
                <a:solidFill>
                  <a:schemeClr val="accent6">
                    <a:lumMod val="60000"/>
                    <a:lumOff val="40000"/>
                  </a:schemeClr>
                </a:solidFill>
                <a:highlight>
                  <a:srgbClr val="FFFFFF"/>
                </a:highlight>
              </a:rPr>
              <a:t>Problématique</a:t>
            </a:r>
            <a:endParaRPr b="1" dirty="0">
              <a:solidFill>
                <a:schemeClr val="accent6">
                  <a:lumMod val="60000"/>
                  <a:lumOff val="4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ZoneTexte 38"/>
          <p:cNvSpPr txBox="1"/>
          <p:nvPr/>
        </p:nvSpPr>
        <p:spPr>
          <a:xfrm>
            <a:off x="323336" y="2546576"/>
            <a:ext cx="30175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Processus de gestion et de suivi manuel !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78370" y="259301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370" y="76154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80EA60C-980B-4834-BE69-8CE9DF34FD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5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F6B5611-B33D-49F5-8102-3ABA234A8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60" y="3345062"/>
            <a:ext cx="2301145" cy="2649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516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/>
      <p:bldP spid="13" grpId="0"/>
      <p:bldP spid="14" grpId="0"/>
      <p:bldP spid="15" grpId="0" animBg="1"/>
      <p:bldP spid="16" grpId="0" animBg="1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264;p20"/>
          <p:cNvSpPr/>
          <p:nvPr/>
        </p:nvSpPr>
        <p:spPr>
          <a:xfrm>
            <a:off x="165100" y="838725"/>
            <a:ext cx="82287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proposée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" name="Google Shape;248;p19"/>
          <p:cNvGrpSpPr/>
          <p:nvPr/>
        </p:nvGrpSpPr>
        <p:grpSpPr>
          <a:xfrm>
            <a:off x="73066" y="293216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46930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124979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ED61D63-8821-4E78-B130-910D585D42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6</a:t>
            </a:r>
          </a:p>
        </p:txBody>
      </p:sp>
      <p:grpSp>
        <p:nvGrpSpPr>
          <p:cNvPr id="64" name="Group 107">
            <a:extLst>
              <a:ext uri="{FF2B5EF4-FFF2-40B4-BE49-F238E27FC236}">
                <a16:creationId xmlns:a16="http://schemas.microsoft.com/office/drawing/2014/main" id="{F21598D4-AD81-491F-B8FB-1F7A1D026153}"/>
              </a:ext>
            </a:extLst>
          </p:cNvPr>
          <p:cNvGrpSpPr/>
          <p:nvPr/>
        </p:nvGrpSpPr>
        <p:grpSpPr>
          <a:xfrm flipH="1">
            <a:off x="2112841" y="1647424"/>
            <a:ext cx="7307739" cy="1247633"/>
            <a:chOff x="4229624" y="-90194"/>
            <a:chExt cx="2933700" cy="1957121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BE7D07E-B02B-440A-A176-E4E1F551B302}"/>
                </a:ext>
              </a:extLst>
            </p:cNvPr>
            <p:cNvSpPr/>
            <p:nvPr/>
          </p:nvSpPr>
          <p:spPr>
            <a:xfrm flipH="1">
              <a:off x="4229624" y="-90194"/>
              <a:ext cx="2933700" cy="152392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Concevoir et développer une plateforme de gestion et de suivi des plantes connectée à un pot intelligent. </a:t>
              </a:r>
              <a:endPara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Right Triangle 57">
              <a:extLst>
                <a:ext uri="{FF2B5EF4-FFF2-40B4-BE49-F238E27FC236}">
                  <a16:creationId xmlns:a16="http://schemas.microsoft.com/office/drawing/2014/main" id="{A3048CE8-5536-46C2-84EC-A458C2B0C2F4}"/>
                </a:ext>
              </a:extLst>
            </p:cNvPr>
            <p:cNvSpPr/>
            <p:nvPr/>
          </p:nvSpPr>
          <p:spPr>
            <a:xfrm rot="5400000">
              <a:off x="6666520" y="1376200"/>
              <a:ext cx="448055" cy="533400"/>
            </a:xfrm>
            <a:prstGeom prst="rtTriangle">
              <a:avLst/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E43AE49C-AAD8-465A-A2C1-39B14A1BCAD6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1735303" y="2618902"/>
            <a:ext cx="787120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D50D6178-44B2-450C-8DE0-B5D13368748B}"/>
              </a:ext>
            </a:extLst>
          </p:cNvPr>
          <p:cNvCxnSpPr>
            <a:cxnSpLocks/>
          </p:cNvCxnSpPr>
          <p:nvPr/>
        </p:nvCxnSpPr>
        <p:spPr>
          <a:xfrm>
            <a:off x="4460240" y="2611120"/>
            <a:ext cx="0" cy="1567705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9F0DADEB-A39D-4C1F-8C05-EC6ECB70BC4C}"/>
              </a:ext>
            </a:extLst>
          </p:cNvPr>
          <p:cNvCxnSpPr>
            <a:cxnSpLocks/>
            <a:endCxn id="92" idx="3"/>
          </p:cNvCxnSpPr>
          <p:nvPr/>
        </p:nvCxnSpPr>
        <p:spPr>
          <a:xfrm>
            <a:off x="7368969" y="2686970"/>
            <a:ext cx="9253" cy="1355719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 : avec coin arrondi et coin rogné en haut 83">
            <a:extLst>
              <a:ext uri="{FF2B5EF4-FFF2-40B4-BE49-F238E27FC236}">
                <a16:creationId xmlns:a16="http://schemas.microsoft.com/office/drawing/2014/main" id="{7FD5F6C5-C4C0-446F-B730-BC3A88DC30D0}"/>
              </a:ext>
            </a:extLst>
          </p:cNvPr>
          <p:cNvSpPr/>
          <p:nvPr/>
        </p:nvSpPr>
        <p:spPr>
          <a:xfrm>
            <a:off x="626439" y="3962942"/>
            <a:ext cx="2217728" cy="2305777"/>
          </a:xfrm>
          <a:prstGeom prst="snipRoundRect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7" name="Groupe 86">
            <a:extLst>
              <a:ext uri="{FF2B5EF4-FFF2-40B4-BE49-F238E27FC236}">
                <a16:creationId xmlns:a16="http://schemas.microsoft.com/office/drawing/2014/main" id="{19C1F5DD-0DF3-4106-9B54-CB58226E961D}"/>
              </a:ext>
            </a:extLst>
          </p:cNvPr>
          <p:cNvGrpSpPr/>
          <p:nvPr/>
        </p:nvGrpSpPr>
        <p:grpSpPr>
          <a:xfrm>
            <a:off x="3210309" y="4178825"/>
            <a:ext cx="2476489" cy="2089894"/>
            <a:chOff x="4162313" y="3506920"/>
            <a:chExt cx="3269759" cy="2231631"/>
          </a:xfrm>
        </p:grpSpPr>
        <p:sp>
          <p:nvSpPr>
            <p:cNvPr id="88" name="Rectangle : avec coin arrondi et coin rogné en haut 87">
              <a:extLst>
                <a:ext uri="{FF2B5EF4-FFF2-40B4-BE49-F238E27FC236}">
                  <a16:creationId xmlns:a16="http://schemas.microsoft.com/office/drawing/2014/main" id="{4474A9B4-0F38-4B5E-866C-930F292ADC70}"/>
                </a:ext>
              </a:extLst>
            </p:cNvPr>
            <p:cNvSpPr/>
            <p:nvPr/>
          </p:nvSpPr>
          <p:spPr>
            <a:xfrm>
              <a:off x="4162313" y="3506920"/>
              <a:ext cx="3269759" cy="2231631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C374F97B-4996-4F00-ABFB-B451C2303140}"/>
                </a:ext>
              </a:extLst>
            </p:cNvPr>
            <p:cNvSpPr txBox="1"/>
            <p:nvPr/>
          </p:nvSpPr>
          <p:spPr>
            <a:xfrm>
              <a:off x="4269813" y="3570140"/>
              <a:ext cx="2891176" cy="3221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fr-FR" sz="2000" dirty="0">
                <a:latin typeface="+mj-lt"/>
              </a:endParaRPr>
            </a:p>
          </p:txBody>
        </p:sp>
      </p:grpSp>
      <p:grpSp>
        <p:nvGrpSpPr>
          <p:cNvPr id="91" name="Groupe 90">
            <a:extLst>
              <a:ext uri="{FF2B5EF4-FFF2-40B4-BE49-F238E27FC236}">
                <a16:creationId xmlns:a16="http://schemas.microsoft.com/office/drawing/2014/main" id="{BD889908-BD3A-462D-AFDE-DF144000C46A}"/>
              </a:ext>
            </a:extLst>
          </p:cNvPr>
          <p:cNvGrpSpPr/>
          <p:nvPr/>
        </p:nvGrpSpPr>
        <p:grpSpPr>
          <a:xfrm>
            <a:off x="6269358" y="4042689"/>
            <a:ext cx="2217728" cy="2226029"/>
            <a:chOff x="8116908" y="3486295"/>
            <a:chExt cx="3534766" cy="2252256"/>
          </a:xfrm>
        </p:grpSpPr>
        <p:sp>
          <p:nvSpPr>
            <p:cNvPr id="92" name="Rectangle : avec coin arrondi et coin rogné en haut 91">
              <a:extLst>
                <a:ext uri="{FF2B5EF4-FFF2-40B4-BE49-F238E27FC236}">
                  <a16:creationId xmlns:a16="http://schemas.microsoft.com/office/drawing/2014/main" id="{A7F20344-B561-4391-874D-5EC3EE7D4519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FB993550-123A-414F-BFE5-0EED9B6C4DEC}"/>
                </a:ext>
              </a:extLst>
            </p:cNvPr>
            <p:cNvSpPr txBox="1"/>
            <p:nvPr/>
          </p:nvSpPr>
          <p:spPr>
            <a:xfrm>
              <a:off x="8211067" y="3626935"/>
              <a:ext cx="3365406" cy="94918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Intégrer une boutique en ligne permettant l’achat des pots connectés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7FE2F0D0-E798-4AA7-AAA2-D06D41BFC9C3}"/>
              </a:ext>
            </a:extLst>
          </p:cNvPr>
          <p:cNvSpPr txBox="1"/>
          <p:nvPr/>
        </p:nvSpPr>
        <p:spPr>
          <a:xfrm>
            <a:off x="747130" y="4074109"/>
            <a:ext cx="203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Assurer une surveillance en temps réel des paramètres environnementaux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5543AC-A708-4BA4-85D6-08F56A1AC7A2}"/>
              </a:ext>
            </a:extLst>
          </p:cNvPr>
          <p:cNvSpPr txBox="1"/>
          <p:nvPr/>
        </p:nvSpPr>
        <p:spPr>
          <a:xfrm>
            <a:off x="3315944" y="4267233"/>
            <a:ext cx="21413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+mj-lt"/>
                <a:cs typeface="Times New Roman" panose="02020603050405020304" pitchFamily="18" charset="0"/>
              </a:rPr>
              <a:t>Piloter et optimiser  l’irrigation afin de réduire le gaspillage des ressources hydriques</a:t>
            </a:r>
            <a:endParaRPr lang="fr-FR" sz="1600" dirty="0">
              <a:latin typeface="+mj-lt"/>
            </a:endParaRPr>
          </a:p>
        </p:txBody>
      </p:sp>
      <p:grpSp>
        <p:nvGrpSpPr>
          <p:cNvPr id="95" name="Groupe 94">
            <a:extLst>
              <a:ext uri="{FF2B5EF4-FFF2-40B4-BE49-F238E27FC236}">
                <a16:creationId xmlns:a16="http://schemas.microsoft.com/office/drawing/2014/main" id="{2F984FB4-5E08-456E-855A-82DB4A324186}"/>
              </a:ext>
            </a:extLst>
          </p:cNvPr>
          <p:cNvGrpSpPr/>
          <p:nvPr/>
        </p:nvGrpSpPr>
        <p:grpSpPr>
          <a:xfrm>
            <a:off x="9069646" y="3983168"/>
            <a:ext cx="2538318" cy="2285549"/>
            <a:chOff x="8116908" y="3486295"/>
            <a:chExt cx="3534766" cy="2252256"/>
          </a:xfrm>
        </p:grpSpPr>
        <p:sp>
          <p:nvSpPr>
            <p:cNvPr id="96" name="Rectangle : avec coin arrondi et coin rogné en haut 95">
              <a:extLst>
                <a:ext uri="{FF2B5EF4-FFF2-40B4-BE49-F238E27FC236}">
                  <a16:creationId xmlns:a16="http://schemas.microsoft.com/office/drawing/2014/main" id="{400EACA8-8ECA-4DA6-BBFB-415106C73066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6E68D331-EF0D-427B-87A3-8B1E8F0B9019}"/>
                </a:ext>
              </a:extLst>
            </p:cNvPr>
            <p:cNvSpPr txBox="1"/>
            <p:nvPr/>
          </p:nvSpPr>
          <p:spPr>
            <a:xfrm>
              <a:off x="8201588" y="3737012"/>
              <a:ext cx="3365405" cy="186896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Sensibiliser et accompagner les utilisateurs dans l’entretien des plantes grâce aux cours et jeux éducatifs</a:t>
              </a:r>
            </a:p>
          </p:txBody>
        </p:sp>
      </p:grp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EA47231F-B9CD-4328-8418-EC256E776D41}"/>
              </a:ext>
            </a:extLst>
          </p:cNvPr>
          <p:cNvCxnSpPr>
            <a:cxnSpLocks/>
          </p:cNvCxnSpPr>
          <p:nvPr/>
        </p:nvCxnSpPr>
        <p:spPr>
          <a:xfrm>
            <a:off x="8681185" y="2618902"/>
            <a:ext cx="1397974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Image 98">
            <a:extLst>
              <a:ext uri="{FF2B5EF4-FFF2-40B4-BE49-F238E27FC236}">
                <a16:creationId xmlns:a16="http://schemas.microsoft.com/office/drawing/2014/main" id="{FFFF96A2-E695-4FD9-BB79-E4185D42B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372" y="5384323"/>
            <a:ext cx="905763" cy="850992"/>
          </a:xfrm>
          <a:prstGeom prst="rect">
            <a:avLst/>
          </a:prstGeom>
        </p:spPr>
      </p:pic>
      <p:pic>
        <p:nvPicPr>
          <p:cNvPr id="101" name="Image 100">
            <a:extLst>
              <a:ext uri="{FF2B5EF4-FFF2-40B4-BE49-F238E27FC236}">
                <a16:creationId xmlns:a16="http://schemas.microsoft.com/office/drawing/2014/main" id="{F9D5FD55-92F4-4B23-9C5A-E048A7706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634" y="5258826"/>
            <a:ext cx="1045352" cy="976489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7DF5A3A2-B56B-4076-9759-4EFFD8CAA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1717" y="5258826"/>
            <a:ext cx="1267213" cy="929826"/>
          </a:xfrm>
          <a:prstGeom prst="rect">
            <a:avLst/>
          </a:prstGeom>
        </p:spPr>
      </p:pic>
      <p:pic>
        <p:nvPicPr>
          <p:cNvPr id="108" name="Image 107">
            <a:extLst>
              <a:ext uri="{FF2B5EF4-FFF2-40B4-BE49-F238E27FC236}">
                <a16:creationId xmlns:a16="http://schemas.microsoft.com/office/drawing/2014/main" id="{571AA829-960F-42F9-ADF9-4BD19B5F8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788" y="5590672"/>
            <a:ext cx="685012" cy="64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0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0" y="898810"/>
            <a:ext cx="5864278" cy="68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Méthode de gestion de projet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68379" y="25881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58218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C152916-4819-4918-B309-5260B25909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B2D8625-5BDF-468B-A615-7B8B7F97D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375" y="1876744"/>
            <a:ext cx="7989145" cy="3940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51635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81293" y="82128"/>
            <a:ext cx="12029413" cy="6693745"/>
            <a:chOff x="60946" y="124146"/>
            <a:chExt cx="8928100" cy="4897120"/>
          </a:xfrm>
        </p:grpSpPr>
        <p:sp>
          <p:nvSpPr>
            <p:cNvPr id="6" name="object 5"/>
            <p:cNvSpPr/>
            <p:nvPr/>
          </p:nvSpPr>
          <p:spPr>
            <a:xfrm>
              <a:off x="60946" y="124146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47921"/>
            <a:ext cx="3657600" cy="36232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 algn="l" rt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Analyse des besoins</a:t>
            </a: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54068A1-3651-4D2D-89BD-6E47E677DE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09800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2"/>
          <p:cNvSpPr txBox="1"/>
          <p:nvPr/>
        </p:nvSpPr>
        <p:spPr>
          <a:xfrm>
            <a:off x="284591" y="1123327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Identification des acteurs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15" name="Google Shape;315;p22"/>
          <p:cNvSpPr txBox="1"/>
          <p:nvPr/>
        </p:nvSpPr>
        <p:spPr>
          <a:xfrm>
            <a:off x="1007954" y="4488123"/>
            <a:ext cx="326972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b="1" dirty="0">
                <a:latin typeface="+mj-lt"/>
                <a:ea typeface="Calibri"/>
                <a:cs typeface="Calibri"/>
                <a:sym typeface="Calibri"/>
              </a:rPr>
              <a:t>Visiteur</a:t>
            </a:r>
            <a:endParaRPr sz="2000" b="1" dirty="0">
              <a:latin typeface="+mj-lt"/>
              <a:ea typeface="Calibri"/>
              <a:cs typeface="Calibri"/>
              <a:sym typeface="Calibri"/>
            </a:endParaRPr>
          </a:p>
        </p:txBody>
      </p:sp>
      <p:grpSp>
        <p:nvGrpSpPr>
          <p:cNvPr id="29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3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9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6264E2D-262D-4F2F-BE72-AD84822B3B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8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9C36322-B746-40F0-8509-9316901F9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93" y="2720283"/>
            <a:ext cx="1676095" cy="176784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928D8D1-D61E-41FB-88EE-0A8113F4C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400" y="2660085"/>
            <a:ext cx="1814091" cy="1814091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2F8262-E238-41C4-AE4A-10C4FD4D45FE}"/>
              </a:ext>
            </a:extLst>
          </p:cNvPr>
          <p:cNvSpPr txBox="1"/>
          <p:nvPr/>
        </p:nvSpPr>
        <p:spPr>
          <a:xfrm>
            <a:off x="5269407" y="4566478"/>
            <a:ext cx="23146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Client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AEB83B4-3192-4AD1-A254-F6CE568667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103" y="2766156"/>
            <a:ext cx="2089260" cy="1676095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24F79B0-032C-4AB7-8C5B-C1BDE3F06CEF}"/>
              </a:ext>
            </a:extLst>
          </p:cNvPr>
          <p:cNvSpPr txBox="1"/>
          <p:nvPr/>
        </p:nvSpPr>
        <p:spPr>
          <a:xfrm>
            <a:off x="8074312" y="4520327"/>
            <a:ext cx="24972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Administrateur</a:t>
            </a:r>
          </a:p>
        </p:txBody>
      </p:sp>
    </p:spTree>
    <p:extLst>
      <p:ext uri="{BB962C8B-B14F-4D97-AF65-F5344CB8AC3E}">
        <p14:creationId xmlns:p14="http://schemas.microsoft.com/office/powerpoint/2010/main" val="3227605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108782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848064" y="2939328"/>
            <a:ext cx="2488404" cy="2493914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44876" y="1641506"/>
              <a:ext cx="973324" cy="672431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rgbClr val="B4C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cxnSp>
        <p:nvCxnSpPr>
          <p:cNvPr id="44" name="Straight Connector 30">
            <a:extLst>
              <a:ext uri="{FF2B5EF4-FFF2-40B4-BE49-F238E27FC236}">
                <a16:creationId xmlns:a16="http://schemas.microsoft.com/office/drawing/2014/main" id="{DB7D87D2-419D-9627-70A2-338723195390}"/>
              </a:ext>
            </a:extLst>
          </p:cNvPr>
          <p:cNvCxnSpPr>
            <a:cxnSpLocks/>
          </p:cNvCxnSpPr>
          <p:nvPr/>
        </p:nvCxnSpPr>
        <p:spPr>
          <a:xfrm flipH="1" flipV="1">
            <a:off x="6069565" y="2214847"/>
            <a:ext cx="13401" cy="74808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 flipV="1">
            <a:off x="3542160" y="4183169"/>
            <a:ext cx="1394089" cy="4727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884514" y="5023809"/>
            <a:ext cx="1399629" cy="631009"/>
            <a:chOff x="6995676" y="1831158"/>
            <a:chExt cx="2010791" cy="89930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928991" y="1831158"/>
              <a:ext cx="1077476" cy="0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1831158"/>
              <a:ext cx="933315" cy="89930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820814" y="3411504"/>
            <a:ext cx="28114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SzPts val="2000"/>
            </a:pPr>
            <a:r>
              <a:rPr lang="fr-FR" sz="2000" b="1" dirty="0"/>
              <a:t>Gestion des commandes 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5463385" y="3379651"/>
            <a:ext cx="32613" cy="36955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5002261" y="3709825"/>
            <a:ext cx="23041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Fonctionnels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1382376" y="2334937"/>
            <a:ext cx="22398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Authentification 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5322323" y="1481624"/>
            <a:ext cx="24558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Gestion utilisateurs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606286" y="3296149"/>
            <a:ext cx="28605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Accès aux cours &amp; jeux éducatifs</a:t>
            </a:r>
          </a:p>
        </p:txBody>
      </p:sp>
      <p:grpSp>
        <p:nvGrpSpPr>
          <p:cNvPr id="51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 flipH="1">
            <a:off x="3542160" y="2529682"/>
            <a:ext cx="1736658" cy="819487"/>
            <a:chOff x="7195584" y="1456191"/>
            <a:chExt cx="3462165" cy="1082322"/>
          </a:xfrm>
        </p:grpSpPr>
        <p:cxnSp>
          <p:nvCxnSpPr>
            <p:cNvPr id="5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>
              <a:cxnSpLocks/>
            </p:cNvCxnSpPr>
            <p:nvPr/>
          </p:nvCxnSpPr>
          <p:spPr>
            <a:xfrm>
              <a:off x="8526964" y="1463204"/>
              <a:ext cx="2130785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95584" y="1456191"/>
              <a:ext cx="1352187" cy="1082322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A578262-4E06-4739-8F30-D5CBBB59BA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9</a:t>
            </a:r>
          </a:p>
        </p:txBody>
      </p:sp>
      <p:cxnSp>
        <p:nvCxnSpPr>
          <p:cNvPr id="63" name="Straight Connector 49">
            <a:extLst>
              <a:ext uri="{FF2B5EF4-FFF2-40B4-BE49-F238E27FC236}">
                <a16:creationId xmlns:a16="http://schemas.microsoft.com/office/drawing/2014/main" id="{0857CBCA-685B-4278-942C-3F8719E89E9A}"/>
              </a:ext>
            </a:extLst>
          </p:cNvPr>
          <p:cNvCxnSpPr>
            <a:cxnSpLocks/>
          </p:cNvCxnSpPr>
          <p:nvPr/>
        </p:nvCxnSpPr>
        <p:spPr>
          <a:xfrm>
            <a:off x="7296180" y="4174117"/>
            <a:ext cx="1085938" cy="0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Group 36">
            <a:extLst>
              <a:ext uri="{FF2B5EF4-FFF2-40B4-BE49-F238E27FC236}">
                <a16:creationId xmlns:a16="http://schemas.microsoft.com/office/drawing/2014/main" id="{AD25DF9B-0D22-4505-8D0A-46D53C8FDBD2}"/>
              </a:ext>
            </a:extLst>
          </p:cNvPr>
          <p:cNvGrpSpPr/>
          <p:nvPr/>
        </p:nvGrpSpPr>
        <p:grpSpPr>
          <a:xfrm rot="20884161" flipH="1" flipV="1">
            <a:off x="4053498" y="5651162"/>
            <a:ext cx="2093646" cy="604891"/>
            <a:chOff x="7038537" y="1876533"/>
            <a:chExt cx="1639304" cy="862079"/>
          </a:xfrm>
        </p:grpSpPr>
        <p:cxnSp>
          <p:nvCxnSpPr>
            <p:cNvPr id="65" name="Straight Connector 37">
              <a:extLst>
                <a:ext uri="{FF2B5EF4-FFF2-40B4-BE49-F238E27FC236}">
                  <a16:creationId xmlns:a16="http://schemas.microsoft.com/office/drawing/2014/main" id="{998043D0-1BEE-46D8-B7C7-AC01F8A1C983}"/>
                </a:ext>
              </a:extLst>
            </p:cNvPr>
            <p:cNvCxnSpPr>
              <a:cxnSpLocks/>
            </p:cNvCxnSpPr>
            <p:nvPr/>
          </p:nvCxnSpPr>
          <p:spPr>
            <a:xfrm rot="715839" flipV="1">
              <a:off x="7074239" y="2116666"/>
              <a:ext cx="1603602" cy="7048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38">
              <a:extLst>
                <a:ext uri="{FF2B5EF4-FFF2-40B4-BE49-F238E27FC236}">
                  <a16:creationId xmlns:a16="http://schemas.microsoft.com/office/drawing/2014/main" id="{FA9DB2AC-7010-4921-A6F4-2B38FED10D9E}"/>
                </a:ext>
              </a:extLst>
            </p:cNvPr>
            <p:cNvCxnSpPr>
              <a:cxnSpLocks/>
            </p:cNvCxnSpPr>
            <p:nvPr/>
          </p:nvCxnSpPr>
          <p:spPr>
            <a:xfrm rot="715839" flipH="1" flipV="1">
              <a:off x="7038537" y="1876533"/>
              <a:ext cx="6161" cy="862079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36">
            <a:extLst>
              <a:ext uri="{FF2B5EF4-FFF2-40B4-BE49-F238E27FC236}">
                <a16:creationId xmlns:a16="http://schemas.microsoft.com/office/drawing/2014/main" id="{BCE3DF71-D546-4FCD-B81D-9E4209D548C3}"/>
              </a:ext>
            </a:extLst>
          </p:cNvPr>
          <p:cNvGrpSpPr/>
          <p:nvPr/>
        </p:nvGrpSpPr>
        <p:grpSpPr>
          <a:xfrm flipH="1" flipV="1">
            <a:off x="3037838" y="4840689"/>
            <a:ext cx="2284484" cy="354479"/>
            <a:chOff x="6905300" y="2424199"/>
            <a:chExt cx="2899647" cy="244215"/>
          </a:xfrm>
        </p:grpSpPr>
        <p:cxnSp>
          <p:nvCxnSpPr>
            <p:cNvPr id="68" name="Straight Connector 37">
              <a:extLst>
                <a:ext uri="{FF2B5EF4-FFF2-40B4-BE49-F238E27FC236}">
                  <a16:creationId xmlns:a16="http://schemas.microsoft.com/office/drawing/2014/main" id="{CD48187F-5352-42E9-9D57-1DB26F0A563D}"/>
                </a:ext>
              </a:extLst>
            </p:cNvPr>
            <p:cNvCxnSpPr>
              <a:cxnSpLocks/>
            </p:cNvCxnSpPr>
            <p:nvPr/>
          </p:nvCxnSpPr>
          <p:spPr>
            <a:xfrm>
              <a:off x="8703166" y="2424199"/>
              <a:ext cx="1101781" cy="244215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38">
              <a:extLst>
                <a:ext uri="{FF2B5EF4-FFF2-40B4-BE49-F238E27FC236}">
                  <a16:creationId xmlns:a16="http://schemas.microsoft.com/office/drawing/2014/main" id="{A33BCDEE-45EC-4920-A1C1-7D9F68EDD5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5300" y="2424199"/>
              <a:ext cx="1799115" cy="102842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99C2E30C-CFE0-49D6-8DA3-DC11E979B102}"/>
              </a:ext>
            </a:extLst>
          </p:cNvPr>
          <p:cNvSpPr txBox="1"/>
          <p:nvPr/>
        </p:nvSpPr>
        <p:spPr>
          <a:xfrm>
            <a:off x="7369547" y="2022561"/>
            <a:ext cx="2811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 la boutique</a:t>
            </a:r>
          </a:p>
        </p:txBody>
      </p:sp>
      <p:grpSp>
        <p:nvGrpSpPr>
          <p:cNvPr id="71" name="Group 36">
            <a:extLst>
              <a:ext uri="{FF2B5EF4-FFF2-40B4-BE49-F238E27FC236}">
                <a16:creationId xmlns:a16="http://schemas.microsoft.com/office/drawing/2014/main" id="{4BAAB4E0-527D-440A-9161-E44A701420A1}"/>
              </a:ext>
            </a:extLst>
          </p:cNvPr>
          <p:cNvGrpSpPr/>
          <p:nvPr/>
        </p:nvGrpSpPr>
        <p:grpSpPr>
          <a:xfrm flipH="1" flipV="1">
            <a:off x="6951365" y="2735044"/>
            <a:ext cx="970549" cy="567702"/>
            <a:chOff x="7288856" y="2094088"/>
            <a:chExt cx="1420668" cy="359995"/>
          </a:xfrm>
        </p:grpSpPr>
        <p:cxnSp>
          <p:nvCxnSpPr>
            <p:cNvPr id="72" name="Straight Connector 37">
              <a:extLst>
                <a:ext uri="{FF2B5EF4-FFF2-40B4-BE49-F238E27FC236}">
                  <a16:creationId xmlns:a16="http://schemas.microsoft.com/office/drawing/2014/main" id="{78AA5D2A-F8AA-4DD6-9B21-EEEA2C28571C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38">
              <a:extLst>
                <a:ext uri="{FF2B5EF4-FFF2-40B4-BE49-F238E27FC236}">
                  <a16:creationId xmlns:a16="http://schemas.microsoft.com/office/drawing/2014/main" id="{88A82476-4B96-4BEF-A65B-DB3919DE51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8856" y="2094088"/>
              <a:ext cx="343190" cy="359995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648C4E0-64A3-4FE3-8BDC-0E787E23F4F6}"/>
              </a:ext>
            </a:extLst>
          </p:cNvPr>
          <p:cNvSpPr txBox="1"/>
          <p:nvPr/>
        </p:nvSpPr>
        <p:spPr>
          <a:xfrm>
            <a:off x="8238982" y="5277623"/>
            <a:ext cx="2332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pots connectés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DDFCB32-0670-4A2B-BE90-7C71CDDFA4A0}"/>
              </a:ext>
            </a:extLst>
          </p:cNvPr>
          <p:cNvSpPr txBox="1"/>
          <p:nvPr/>
        </p:nvSpPr>
        <p:spPr>
          <a:xfrm>
            <a:off x="1968738" y="5707330"/>
            <a:ext cx="2743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Visualisation des Dashboard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83A9463-5C1E-4AB9-8B06-89EB0799166E}"/>
              </a:ext>
            </a:extLst>
          </p:cNvPr>
          <p:cNvSpPr txBox="1"/>
          <p:nvPr/>
        </p:nvSpPr>
        <p:spPr>
          <a:xfrm>
            <a:off x="1310121" y="4461796"/>
            <a:ext cx="286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réclamations </a:t>
            </a:r>
          </a:p>
        </p:txBody>
      </p:sp>
      <p:cxnSp>
        <p:nvCxnSpPr>
          <p:cNvPr id="80" name="Straight Connector 38">
            <a:extLst>
              <a:ext uri="{FF2B5EF4-FFF2-40B4-BE49-F238E27FC236}">
                <a16:creationId xmlns:a16="http://schemas.microsoft.com/office/drawing/2014/main" id="{EB0B1085-1C5B-438B-B3AD-449ECEA857F8}"/>
              </a:ext>
            </a:extLst>
          </p:cNvPr>
          <p:cNvCxnSpPr>
            <a:cxnSpLocks/>
          </p:cNvCxnSpPr>
          <p:nvPr/>
        </p:nvCxnSpPr>
        <p:spPr>
          <a:xfrm flipH="1">
            <a:off x="8376146" y="3820174"/>
            <a:ext cx="444668" cy="367722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38">
            <a:extLst>
              <a:ext uri="{FF2B5EF4-FFF2-40B4-BE49-F238E27FC236}">
                <a16:creationId xmlns:a16="http://schemas.microsoft.com/office/drawing/2014/main" id="{57FC6AE4-D78C-4445-A108-2579228C34A7}"/>
              </a:ext>
            </a:extLst>
          </p:cNvPr>
          <p:cNvCxnSpPr>
            <a:cxnSpLocks/>
          </p:cNvCxnSpPr>
          <p:nvPr/>
        </p:nvCxnSpPr>
        <p:spPr>
          <a:xfrm>
            <a:off x="2937413" y="3839589"/>
            <a:ext cx="604747" cy="353943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884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086835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non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73062" y="269045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89525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741736" y="2705407"/>
            <a:ext cx="2681243" cy="2681243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57811" y="1641506"/>
              <a:ext cx="960389" cy="636372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grpSp>
        <p:nvGrpSpPr>
          <p:cNvPr id="42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>
            <a:off x="6757114" y="2705407"/>
            <a:ext cx="1473972" cy="477279"/>
            <a:chOff x="6995676" y="2094088"/>
            <a:chExt cx="1965296" cy="636372"/>
          </a:xfrm>
        </p:grpSpPr>
        <p:cxnSp>
          <p:nvCxnSpPr>
            <p:cNvPr id="4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/>
            <p:nvPr/>
          </p:nvCxnSpPr>
          <p:spPr>
            <a:xfrm>
              <a:off x="7632048" y="2094088"/>
              <a:ext cx="1328924" cy="0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/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>
            <a:off x="3822604" y="4179379"/>
            <a:ext cx="1170093" cy="0"/>
          </a:xfrm>
          <a:prstGeom prst="line">
            <a:avLst/>
          </a:prstGeom>
          <a:ln w="19050">
            <a:solidFill>
              <a:srgbClr val="F456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970571" y="4729133"/>
            <a:ext cx="1285386" cy="480060"/>
            <a:chOff x="6995676" y="2094088"/>
            <a:chExt cx="1713848" cy="63637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331307" y="4966378"/>
            <a:ext cx="119616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>
                <a:solidFill>
                  <a:srgbClr val="92D050"/>
                </a:solidFill>
              </a:rPr>
              <a:t>Sécurité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4936219" y="2653754"/>
            <a:ext cx="453452" cy="5289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4549C635-8CB7-9A6E-D456-48DD5C5B3B62}"/>
              </a:ext>
            </a:extLst>
          </p:cNvPr>
          <p:cNvCxnSpPr/>
          <p:nvPr/>
        </p:nvCxnSpPr>
        <p:spPr>
          <a:xfrm flipH="1" flipV="1">
            <a:off x="4129462" y="2639939"/>
            <a:ext cx="824754" cy="179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4844957" y="3405470"/>
            <a:ext cx="24826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 non Fonctionnels</a:t>
            </a:r>
          </a:p>
        </p:txBody>
      </p:sp>
      <p:pic>
        <p:nvPicPr>
          <p:cNvPr id="53" name="Image 52" descr="icons_overlay.png">
            <a:extLst>
              <a:ext uri="{FF2B5EF4-FFF2-40B4-BE49-F238E27FC236}">
                <a16:creationId xmlns:a16="http://schemas.microsoft.com/office/drawing/2014/main" id="{370A5B29-1613-2B6E-36D7-31F3CB09BB3F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401514" y="1824521"/>
            <a:ext cx="762000" cy="762000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2530526" y="2395205"/>
            <a:ext cx="19787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>
                <a:solidFill>
                  <a:schemeClr val="accent2"/>
                </a:solidFill>
              </a:rPr>
              <a:t>Ergonomie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8281356" y="2481617"/>
            <a:ext cx="2178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Disponibilité</a:t>
            </a:r>
            <a:endParaRPr lang="fr-FR" sz="2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2250469" y="3913445"/>
            <a:ext cx="2403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FF5D5D"/>
                </a:solidFill>
              </a:rPr>
              <a:t>Évolutivité</a:t>
            </a:r>
            <a:endParaRPr lang="fr-FR" sz="2000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256B4305-1663-70C7-08BE-553A3A7B38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4180376"/>
            <a:ext cx="763795" cy="763795"/>
          </a:xfrm>
          <a:prstGeom prst="rect">
            <a:avLst/>
          </a:prstGeom>
        </p:spPr>
      </p:pic>
      <p:pic>
        <p:nvPicPr>
          <p:cNvPr id="61" name="Image 60">
            <a:extLst>
              <a:ext uri="{FF2B5EF4-FFF2-40B4-BE49-F238E27FC236}">
                <a16:creationId xmlns:a16="http://schemas.microsoft.com/office/drawing/2014/main" id="{CF78C6B2-7820-9516-6B95-B74CB2A2BA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928" y="3159618"/>
            <a:ext cx="729003" cy="729003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6671AA4-900D-4FD1-BDBF-1B1C8AF1EB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10</a:t>
            </a:r>
          </a:p>
        </p:txBody>
      </p:sp>
      <p:grpSp>
        <p:nvGrpSpPr>
          <p:cNvPr id="58" name="Group 36">
            <a:extLst>
              <a:ext uri="{FF2B5EF4-FFF2-40B4-BE49-F238E27FC236}">
                <a16:creationId xmlns:a16="http://schemas.microsoft.com/office/drawing/2014/main" id="{E720417B-8F60-4379-95A8-5EE7567E9D8B}"/>
              </a:ext>
            </a:extLst>
          </p:cNvPr>
          <p:cNvGrpSpPr/>
          <p:nvPr/>
        </p:nvGrpSpPr>
        <p:grpSpPr>
          <a:xfrm flipV="1">
            <a:off x="4103082" y="5428512"/>
            <a:ext cx="1983221" cy="342653"/>
            <a:chOff x="7496200" y="1185640"/>
            <a:chExt cx="2644294" cy="454224"/>
          </a:xfrm>
        </p:grpSpPr>
        <p:cxnSp>
          <p:nvCxnSpPr>
            <p:cNvPr id="62" name="Straight Connector 37">
              <a:extLst>
                <a:ext uri="{FF2B5EF4-FFF2-40B4-BE49-F238E27FC236}">
                  <a16:creationId xmlns:a16="http://schemas.microsoft.com/office/drawing/2014/main" id="{EA14A93A-87EE-4683-83D1-1E6D6F7F0C75}"/>
                </a:ext>
              </a:extLst>
            </p:cNvPr>
            <p:cNvCxnSpPr>
              <a:cxnSpLocks/>
            </p:cNvCxnSpPr>
            <p:nvPr/>
          </p:nvCxnSpPr>
          <p:spPr>
            <a:xfrm>
              <a:off x="9706385" y="1185640"/>
              <a:ext cx="434109" cy="454224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38">
              <a:extLst>
                <a:ext uri="{FF2B5EF4-FFF2-40B4-BE49-F238E27FC236}">
                  <a16:creationId xmlns:a16="http://schemas.microsoft.com/office/drawing/2014/main" id="{386C883D-444C-4C4B-A593-FDA88104C9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6200" y="1185640"/>
              <a:ext cx="2210185" cy="0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ZoneTexte 7">
            <a:extLst>
              <a:ext uri="{FF2B5EF4-FFF2-40B4-BE49-F238E27FC236}">
                <a16:creationId xmlns:a16="http://schemas.microsoft.com/office/drawing/2014/main" id="{5B6EE565-4009-4EF2-AF78-45310E107944}"/>
              </a:ext>
            </a:extLst>
          </p:cNvPr>
          <p:cNvSpPr txBox="1"/>
          <p:nvPr/>
        </p:nvSpPr>
        <p:spPr>
          <a:xfrm rot="10800000" flipH="1" flipV="1">
            <a:off x="2264868" y="5504949"/>
            <a:ext cx="18768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tx2">
                    <a:lumMod val="50000"/>
                  </a:schemeClr>
                </a:solidFill>
              </a:rPr>
              <a:t>Performance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D629034-A127-40FD-9EA2-46963195E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5985" y="4630651"/>
            <a:ext cx="995177" cy="995177"/>
          </a:xfrm>
          <a:prstGeom prst="rect">
            <a:avLst/>
          </a:prstGeom>
        </p:spPr>
      </p:pic>
      <p:pic>
        <p:nvPicPr>
          <p:cNvPr id="59" name="Image 58" descr="Une image contenant Graphique, capture d’écran, graphisme, conception&#10;&#10;Description générée automatiquement">
            <a:extLst>
              <a:ext uri="{FF2B5EF4-FFF2-40B4-BE49-F238E27FC236}">
                <a16:creationId xmlns:a16="http://schemas.microsoft.com/office/drawing/2014/main" id="{C5F406BD-80EF-46F0-999C-826AC0B0767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51" t="6916" r="26259" b="3774"/>
          <a:stretch/>
        </p:blipFill>
        <p:spPr>
          <a:xfrm>
            <a:off x="3316744" y="1824521"/>
            <a:ext cx="704373" cy="55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974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145993" y="82210"/>
            <a:ext cx="11924088" cy="6693745"/>
            <a:chOff x="108966" y="124206"/>
            <a:chExt cx="8849929" cy="4897120"/>
          </a:xfrm>
        </p:grpSpPr>
        <p:sp>
          <p:nvSpPr>
            <p:cNvPr id="6" name="object 5"/>
            <p:cNvSpPr/>
            <p:nvPr/>
          </p:nvSpPr>
          <p:spPr>
            <a:xfrm>
              <a:off x="108966" y="124206"/>
              <a:ext cx="8849929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rgbClr val="92D050"/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28172"/>
            <a:ext cx="3657600" cy="401819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lvl="0"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Conception</a:t>
            </a: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1870961-2CB0-4BE7-BBB4-81659700AF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3661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263325" y="1090220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Planification des sprints et diagramme de Gantt 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graphicFrame>
        <p:nvGraphicFramePr>
          <p:cNvPr id="9" name="Diagramme 8">
            <a:extLst>
              <a:ext uri="{FF2B5EF4-FFF2-40B4-BE49-F238E27FC236}">
                <a16:creationId xmlns:a16="http://schemas.microsoft.com/office/drawing/2014/main" id="{0837BC1F-3396-481F-BEE0-7300F8CC01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5484063"/>
              </p:ext>
            </p:extLst>
          </p:nvPr>
        </p:nvGraphicFramePr>
        <p:xfrm>
          <a:off x="294435" y="2905381"/>
          <a:ext cx="4882563" cy="34509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Image 13">
            <a:extLst>
              <a:ext uri="{FF2B5EF4-FFF2-40B4-BE49-F238E27FC236}">
                <a16:creationId xmlns:a16="http://schemas.microsoft.com/office/drawing/2014/main" id="{B2AB8EA3-67BF-4546-B446-787F5F8B13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4325" y="1776418"/>
            <a:ext cx="6451600" cy="400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48302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494108" y="1790227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2B010DB1-D671-41ED-90E7-CD0C587E9966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1476" y="2303845"/>
            <a:ext cx="7569200" cy="40987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494108" y="1790227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classe</a:t>
            </a: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3587736-9C32-440E-B59C-AE097DF07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680" y="3090770"/>
            <a:ext cx="6614160" cy="2344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931599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494108" y="1790227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 S’authentifier »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4DEDF2D8-5D47-4AC5-B50F-C63669CC528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1755" y="2450429"/>
            <a:ext cx="6797040" cy="38275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6996124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7254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3711050" cy="49241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Module e-commerce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CE16D438-CA22-4759-A98E-4ABFE0AC50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160" y="2027489"/>
            <a:ext cx="8818879" cy="454095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3767166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7254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classe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3705777" cy="49241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Module e-commerce 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AB2B903-431B-4524-96B9-221576177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847" y="2103404"/>
            <a:ext cx="8305284" cy="429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71558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7254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 Acheter un pot connecté »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3761850" cy="49241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</a:t>
            </a:r>
            <a:r>
              <a:rPr lang="fr-FR" sz="1800" b="1" dirty="0">
                <a:solidFill>
                  <a:schemeClr val="tx1"/>
                </a:solidFill>
              </a:rPr>
              <a:t>Module e-commerce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1232A9B-DEAD-4D90-9B1A-AA525D67A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350" y="2159952"/>
            <a:ext cx="4876800" cy="437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672313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5465129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82C43E16-D160-40F2-BB54-22F96456E8F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3148" y="1965490"/>
            <a:ext cx="6649126" cy="46291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8388238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classe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5453554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C535EDC-B916-43B8-8D1B-45B637B93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313" y="2092325"/>
            <a:ext cx="8297373" cy="426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97696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 Gérer le pot connecté » 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5523002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D9B1376-044B-4DD8-B8A2-1B39A4D0D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1360" y="2092325"/>
            <a:ext cx="5349240" cy="4476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873109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2E0D0C07-85CE-44EF-AC2D-F6A83B6B3DE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22" y="2321670"/>
            <a:ext cx="6805678" cy="3911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93159962"/>
      </p:ext>
    </p:extLst>
  </p:cSld>
  <p:clrMapOvr>
    <a:masterClrMapping/>
  </p:clrMapOvr>
  <p:transition spd="med">
    <p:pull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classe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016F5E8-71D1-4AB5-984D-E3DF895B1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741" y="2092325"/>
            <a:ext cx="7857067" cy="4359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564661"/>
      </p:ext>
    </p:extLst>
  </p:cSld>
  <p:clrMapOvr>
    <a:masterClrMapping/>
  </p:clrMapOvr>
  <p:transition spd="med">
    <p:pull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04268" y="166146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séquence « Obtenir un certificat »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241190" y="1088331"/>
            <a:ext cx="6370320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A241C3-FE0C-4B5B-8285-66FB69368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3362" y="2092325"/>
            <a:ext cx="5872480" cy="460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833330"/>
      </p:ext>
    </p:extLst>
  </p:cSld>
  <p:clrMapOvr>
    <a:masterClrMapping/>
  </p:clrMapOvr>
  <p:transition spd="med">
    <p:pull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4"/>
          <p:cNvSpPr/>
          <p:nvPr/>
        </p:nvSpPr>
        <p:spPr>
          <a:xfrm>
            <a:off x="1611473" y="2934121"/>
            <a:ext cx="10563931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0" y="864107"/>
                </a:moveTo>
                <a:lnTo>
                  <a:pt x="8506968" y="864107"/>
                </a:lnTo>
                <a:lnTo>
                  <a:pt x="8506968" y="0"/>
                </a:lnTo>
                <a:lnTo>
                  <a:pt x="0" y="0"/>
                </a:lnTo>
                <a:lnTo>
                  <a:pt x="0" y="864107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144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endParaRPr sz="1867"/>
          </a:p>
        </p:txBody>
      </p:sp>
      <p:pic>
        <p:nvPicPr>
          <p:cNvPr id="15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7527" y="3127245"/>
            <a:ext cx="768096" cy="766064"/>
          </a:xfrm>
          <a:prstGeom prst="rect">
            <a:avLst/>
          </a:prstGeom>
        </p:spPr>
      </p:pic>
      <p:sp>
        <p:nvSpPr>
          <p:cNvPr id="17" name="object 5"/>
          <p:cNvSpPr txBox="1">
            <a:spLocks noGrp="1"/>
          </p:cNvSpPr>
          <p:nvPr>
            <p:ph type="title"/>
          </p:nvPr>
        </p:nvSpPr>
        <p:spPr>
          <a:xfrm>
            <a:off x="3617783" y="3208089"/>
            <a:ext cx="4733737" cy="604375"/>
          </a:xfrm>
          <a:prstGeom prst="rect">
            <a:avLst/>
          </a:prstGeom>
        </p:spPr>
        <p:txBody>
          <a:bodyPr spcFirstLastPara="1" vert="horz" wrap="square" lIns="0" tIns="16933" rIns="0" bIns="0" rtlCol="0" anchor="ctr" anchorCtr="0">
            <a:spAutoFit/>
          </a:bodyPr>
          <a:lstStyle/>
          <a:p>
            <a:pPr marL="16933">
              <a:lnSpc>
                <a:spcPct val="100000"/>
              </a:lnSpc>
              <a:spcBef>
                <a:spcPts val="133"/>
              </a:spcBef>
            </a:pPr>
            <a:r>
              <a:rPr lang="fr-FR" sz="3733" b="1" dirty="0">
                <a:solidFill>
                  <a:schemeClr val="bg1"/>
                </a:solidFill>
                <a:latin typeface="+mj-lt"/>
              </a:rPr>
              <a:t>Réalisation</a:t>
            </a:r>
            <a:endParaRPr sz="3733" b="1" spc="2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EF0F2299-39DE-4764-A6D7-7E03947975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902013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oogle Shape;248;p19"/>
          <p:cNvGrpSpPr/>
          <p:nvPr/>
        </p:nvGrpSpPr>
        <p:grpSpPr>
          <a:xfrm>
            <a:off x="68379" y="203748"/>
            <a:ext cx="10365904" cy="650938"/>
            <a:chOff x="-43152" y="-19950"/>
            <a:chExt cx="10076703" cy="650938"/>
          </a:xfrm>
        </p:grpSpPr>
        <p:sp>
          <p:nvSpPr>
            <p:cNvPr id="39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0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1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2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3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4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5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6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7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48" name="object 5"/>
          <p:cNvSpPr/>
          <p:nvPr/>
        </p:nvSpPr>
        <p:spPr>
          <a:xfrm>
            <a:off x="68379" y="93135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EC68A56-D986-4130-B0E6-3C54F57BAE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14</a:t>
            </a:r>
          </a:p>
        </p:txBody>
      </p:sp>
      <p:pic>
        <p:nvPicPr>
          <p:cNvPr id="59" name="Image 58">
            <a:extLst>
              <a:ext uri="{FF2B5EF4-FFF2-40B4-BE49-F238E27FC236}">
                <a16:creationId xmlns:a16="http://schemas.microsoft.com/office/drawing/2014/main" id="{AFFFC30B-DE29-4286-840B-E3C90C35C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953" y="2002473"/>
            <a:ext cx="1487424" cy="1499447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BF7C3680-42E6-497B-B343-EE558C1DEC90}"/>
              </a:ext>
            </a:extLst>
          </p:cNvPr>
          <p:cNvSpPr txBox="1"/>
          <p:nvPr/>
        </p:nvSpPr>
        <p:spPr>
          <a:xfrm>
            <a:off x="425273" y="1130615"/>
            <a:ext cx="7889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Récupération des paramètres environnementaux en temps réel </a:t>
            </a: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0C8B7BF4-FE0C-4D98-A172-06734396CBCF}"/>
              </a:ext>
            </a:extLst>
          </p:cNvPr>
          <p:cNvSpPr txBox="1"/>
          <p:nvPr/>
        </p:nvSpPr>
        <p:spPr>
          <a:xfrm>
            <a:off x="1942789" y="1950731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Pot connecté</a:t>
            </a:r>
          </a:p>
        </p:txBody>
      </p: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82EF4321-9D2B-45AE-957F-794A4A14ADE5}"/>
              </a:ext>
            </a:extLst>
          </p:cNvPr>
          <p:cNvCxnSpPr>
            <a:cxnSpLocks/>
          </p:cNvCxnSpPr>
          <p:nvPr/>
        </p:nvCxnSpPr>
        <p:spPr>
          <a:xfrm flipV="1">
            <a:off x="1320800" y="2816972"/>
            <a:ext cx="987755" cy="154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4F182838-E3E0-414A-8BC3-2FB4B27A8474}"/>
              </a:ext>
            </a:extLst>
          </p:cNvPr>
          <p:cNvCxnSpPr>
            <a:cxnSpLocks/>
          </p:cNvCxnSpPr>
          <p:nvPr/>
        </p:nvCxnSpPr>
        <p:spPr>
          <a:xfrm flipV="1">
            <a:off x="1391920" y="3161371"/>
            <a:ext cx="1060810" cy="559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avec flèche 82">
            <a:extLst>
              <a:ext uri="{FF2B5EF4-FFF2-40B4-BE49-F238E27FC236}">
                <a16:creationId xmlns:a16="http://schemas.microsoft.com/office/drawing/2014/main" id="{927D721B-753B-4D28-8EF7-1813997DDE01}"/>
              </a:ext>
            </a:extLst>
          </p:cNvPr>
          <p:cNvCxnSpPr>
            <a:cxnSpLocks/>
          </p:cNvCxnSpPr>
          <p:nvPr/>
        </p:nvCxnSpPr>
        <p:spPr>
          <a:xfrm flipH="1" flipV="1">
            <a:off x="2789919" y="2971338"/>
            <a:ext cx="277687" cy="457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7F76111D-3EF5-44E3-8BC3-A1985EB6EF38}"/>
              </a:ext>
            </a:extLst>
          </p:cNvPr>
          <p:cNvSpPr txBox="1"/>
          <p:nvPr/>
        </p:nvSpPr>
        <p:spPr>
          <a:xfrm>
            <a:off x="152400" y="2682240"/>
            <a:ext cx="1168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du sol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904A1024-43B5-489D-995A-B659D6966EC2}"/>
              </a:ext>
            </a:extLst>
          </p:cNvPr>
          <p:cNvSpPr txBox="1"/>
          <p:nvPr/>
        </p:nvSpPr>
        <p:spPr>
          <a:xfrm>
            <a:off x="468852" y="3612591"/>
            <a:ext cx="1168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Pompe à eau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B06CA299-95A6-4D2E-AA81-4E4CAF3D3CDB}"/>
              </a:ext>
            </a:extLst>
          </p:cNvPr>
          <p:cNvSpPr txBox="1"/>
          <p:nvPr/>
        </p:nvSpPr>
        <p:spPr>
          <a:xfrm>
            <a:off x="2203217" y="3470879"/>
            <a:ext cx="1877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et température de l’air</a:t>
            </a:r>
          </a:p>
        </p:txBody>
      </p: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21F9ACE1-96CD-4E82-9F07-191926370E81}"/>
              </a:ext>
            </a:extLst>
          </p:cNvPr>
          <p:cNvCxnSpPr/>
          <p:nvPr/>
        </p:nvCxnSpPr>
        <p:spPr>
          <a:xfrm>
            <a:off x="-609600" y="93135"/>
            <a:ext cx="0" cy="287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Flèche : droite 93">
            <a:extLst>
              <a:ext uri="{FF2B5EF4-FFF2-40B4-BE49-F238E27FC236}">
                <a16:creationId xmlns:a16="http://schemas.microsoft.com/office/drawing/2014/main" id="{4EBDFB6C-1284-44C8-B855-045B231BF31D}"/>
              </a:ext>
            </a:extLst>
          </p:cNvPr>
          <p:cNvSpPr/>
          <p:nvPr/>
        </p:nvSpPr>
        <p:spPr>
          <a:xfrm>
            <a:off x="3504725" y="2855129"/>
            <a:ext cx="1603052" cy="20755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2B2E06DB-06AC-484A-AEF0-CE6F88A2855E}"/>
              </a:ext>
            </a:extLst>
          </p:cNvPr>
          <p:cNvSpPr txBox="1"/>
          <p:nvPr/>
        </p:nvSpPr>
        <p:spPr>
          <a:xfrm>
            <a:off x="3291466" y="2512815"/>
            <a:ext cx="21230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Envoyer les données </a:t>
            </a:r>
          </a:p>
        </p:txBody>
      </p:sp>
      <p:pic>
        <p:nvPicPr>
          <p:cNvPr id="97" name="Image 96">
            <a:extLst>
              <a:ext uri="{FF2B5EF4-FFF2-40B4-BE49-F238E27FC236}">
                <a16:creationId xmlns:a16="http://schemas.microsoft.com/office/drawing/2014/main" id="{FAFED6C3-7A3A-42CB-9840-73DACA31D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252" y="2284622"/>
            <a:ext cx="1070011" cy="1623676"/>
          </a:xfrm>
          <a:prstGeom prst="rect">
            <a:avLst/>
          </a:prstGeom>
        </p:spPr>
      </p:pic>
      <p:pic>
        <p:nvPicPr>
          <p:cNvPr id="104" name="Image 103">
            <a:extLst>
              <a:ext uri="{FF2B5EF4-FFF2-40B4-BE49-F238E27FC236}">
                <a16:creationId xmlns:a16="http://schemas.microsoft.com/office/drawing/2014/main" id="{00DCA62D-E78C-4CB9-8AE6-6D70D3625D57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161" y="1831542"/>
            <a:ext cx="5338388" cy="254792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ZoneTexte 97">
            <a:extLst>
              <a:ext uri="{FF2B5EF4-FFF2-40B4-BE49-F238E27FC236}">
                <a16:creationId xmlns:a16="http://schemas.microsoft.com/office/drawing/2014/main" id="{2E5FE2C1-0D89-4404-A8D2-FEA165625E78}"/>
              </a:ext>
            </a:extLst>
          </p:cNvPr>
          <p:cNvSpPr txBox="1"/>
          <p:nvPr/>
        </p:nvSpPr>
        <p:spPr>
          <a:xfrm>
            <a:off x="5042988" y="2009514"/>
            <a:ext cx="1675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sp>
        <p:nvSpPr>
          <p:cNvPr id="100" name="Flèche : bas 99">
            <a:extLst>
              <a:ext uri="{FF2B5EF4-FFF2-40B4-BE49-F238E27FC236}">
                <a16:creationId xmlns:a16="http://schemas.microsoft.com/office/drawing/2014/main" id="{7267F3AE-4120-4312-9B6C-0BF983A4EC25}"/>
              </a:ext>
            </a:extLst>
          </p:cNvPr>
          <p:cNvSpPr/>
          <p:nvPr/>
        </p:nvSpPr>
        <p:spPr>
          <a:xfrm>
            <a:off x="5570770" y="3925497"/>
            <a:ext cx="300623" cy="68588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8FD5F7C3-443A-4BE8-B95A-DE17BA24644E}"/>
              </a:ext>
            </a:extLst>
          </p:cNvPr>
          <p:cNvSpPr txBox="1"/>
          <p:nvPr/>
        </p:nvSpPr>
        <p:spPr>
          <a:xfrm>
            <a:off x="3824812" y="4103904"/>
            <a:ext cx="1938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Stocker les valeurs  </a:t>
            </a:r>
          </a:p>
        </p:txBody>
      </p:sp>
      <p:pic>
        <p:nvPicPr>
          <p:cNvPr id="111" name="Image 110">
            <a:extLst>
              <a:ext uri="{FF2B5EF4-FFF2-40B4-BE49-F238E27FC236}">
                <a16:creationId xmlns:a16="http://schemas.microsoft.com/office/drawing/2014/main" id="{887618E1-8855-4A41-95D1-93DCC4B09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093" y="4755241"/>
            <a:ext cx="2901307" cy="1601109"/>
          </a:xfrm>
          <a:prstGeom prst="rect">
            <a:avLst/>
          </a:prstGeom>
        </p:spPr>
      </p:pic>
      <p:pic>
        <p:nvPicPr>
          <p:cNvPr id="119" name="Image 118">
            <a:extLst>
              <a:ext uri="{FF2B5EF4-FFF2-40B4-BE49-F238E27FC236}">
                <a16:creationId xmlns:a16="http://schemas.microsoft.com/office/drawing/2014/main" id="{394D7031-2DBD-40B4-8DD6-01264B657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6796" y="5112478"/>
            <a:ext cx="1346921" cy="1229813"/>
          </a:xfrm>
          <a:prstGeom prst="rect">
            <a:avLst/>
          </a:prstGeom>
        </p:spPr>
      </p:pic>
      <p:sp>
        <p:nvSpPr>
          <p:cNvPr id="120" name="ZoneTexte 119">
            <a:extLst>
              <a:ext uri="{FF2B5EF4-FFF2-40B4-BE49-F238E27FC236}">
                <a16:creationId xmlns:a16="http://schemas.microsoft.com/office/drawing/2014/main" id="{F055259E-F4C8-4380-8F7A-4FE973EBA612}"/>
              </a:ext>
            </a:extLst>
          </p:cNvPr>
          <p:cNvSpPr txBox="1"/>
          <p:nvPr/>
        </p:nvSpPr>
        <p:spPr>
          <a:xfrm>
            <a:off x="4827001" y="4905380"/>
            <a:ext cx="1788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Base de données</a:t>
            </a:r>
          </a:p>
        </p:txBody>
      </p:sp>
      <p:sp>
        <p:nvSpPr>
          <p:cNvPr id="127" name="Rectangle à coins arrondis 45">
            <a:extLst>
              <a:ext uri="{FF2B5EF4-FFF2-40B4-BE49-F238E27FC236}">
                <a16:creationId xmlns:a16="http://schemas.microsoft.com/office/drawing/2014/main" id="{B27B973C-890C-45C8-BA51-F600F0113159}"/>
              </a:ext>
            </a:extLst>
          </p:cNvPr>
          <p:cNvSpPr/>
          <p:nvPr/>
        </p:nvSpPr>
        <p:spPr>
          <a:xfrm>
            <a:off x="6607431" y="1823981"/>
            <a:ext cx="4186867" cy="16503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à coins arrondis 45">
            <a:extLst>
              <a:ext uri="{FF2B5EF4-FFF2-40B4-BE49-F238E27FC236}">
                <a16:creationId xmlns:a16="http://schemas.microsoft.com/office/drawing/2014/main" id="{59ADD0D3-A6A3-4B35-80DD-4B586CED1D86}"/>
              </a:ext>
            </a:extLst>
          </p:cNvPr>
          <p:cNvSpPr/>
          <p:nvPr/>
        </p:nvSpPr>
        <p:spPr>
          <a:xfrm>
            <a:off x="6558721" y="2173002"/>
            <a:ext cx="1565847" cy="1008515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0" name="Rectangle à coins arrondis 45">
            <a:extLst>
              <a:ext uri="{FF2B5EF4-FFF2-40B4-BE49-F238E27FC236}">
                <a16:creationId xmlns:a16="http://schemas.microsoft.com/office/drawing/2014/main" id="{D884ECB2-9210-44C7-95F7-B238B1298998}"/>
              </a:ext>
            </a:extLst>
          </p:cNvPr>
          <p:cNvSpPr/>
          <p:nvPr/>
        </p:nvSpPr>
        <p:spPr>
          <a:xfrm>
            <a:off x="6549370" y="3204506"/>
            <a:ext cx="4088150" cy="1163036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06EB8619-5A3A-40E7-B732-F0AD56EFA8DF}"/>
              </a:ext>
            </a:extLst>
          </p:cNvPr>
          <p:cNvCxnSpPr>
            <a:cxnSpLocks/>
          </p:cNvCxnSpPr>
          <p:nvPr/>
        </p:nvCxnSpPr>
        <p:spPr>
          <a:xfrm flipH="1">
            <a:off x="8124568" y="2814489"/>
            <a:ext cx="9076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ZoneTexte 139">
            <a:extLst>
              <a:ext uri="{FF2B5EF4-FFF2-40B4-BE49-F238E27FC236}">
                <a16:creationId xmlns:a16="http://schemas.microsoft.com/office/drawing/2014/main" id="{114BCF77-5993-4D8B-AEA9-B5029BAD387D}"/>
              </a:ext>
            </a:extLst>
          </p:cNvPr>
          <p:cNvSpPr txBox="1"/>
          <p:nvPr/>
        </p:nvSpPr>
        <p:spPr>
          <a:xfrm>
            <a:off x="8970389" y="2646782"/>
            <a:ext cx="2128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Topiques des paramètres du</a:t>
            </a:r>
          </a:p>
          <a:p>
            <a:r>
              <a:rPr lang="fr-FR" sz="1200" dirty="0">
                <a:solidFill>
                  <a:schemeClr val="bg1"/>
                </a:solidFill>
              </a:rPr>
              <a:t>pot</a:t>
            </a:r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63074870-81F3-44EE-BE33-504C61F9F8A3}"/>
              </a:ext>
            </a:extLst>
          </p:cNvPr>
          <p:cNvSpPr txBox="1"/>
          <p:nvPr/>
        </p:nvSpPr>
        <p:spPr>
          <a:xfrm>
            <a:off x="10038095" y="2246734"/>
            <a:ext cx="2001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Connexion au broker</a:t>
            </a:r>
          </a:p>
        </p:txBody>
      </p: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24E1A879-0777-4C97-8C8D-44C41A15B315}"/>
              </a:ext>
            </a:extLst>
          </p:cNvPr>
          <p:cNvCxnSpPr>
            <a:cxnSpLocks/>
          </p:cNvCxnSpPr>
          <p:nvPr/>
        </p:nvCxnSpPr>
        <p:spPr>
          <a:xfrm flipH="1" flipV="1">
            <a:off x="9550400" y="2058279"/>
            <a:ext cx="522396" cy="294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F78AC85-7061-42DB-A567-1D3B4D782C1F}"/>
              </a:ext>
            </a:extLst>
          </p:cNvPr>
          <p:cNvSpPr txBox="1"/>
          <p:nvPr/>
        </p:nvSpPr>
        <p:spPr>
          <a:xfrm>
            <a:off x="11038617" y="3419394"/>
            <a:ext cx="9149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Valeurs envoyés par le pot</a:t>
            </a:r>
          </a:p>
        </p:txBody>
      </p: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6F7A488B-A182-4491-AD6E-365656BC810E}"/>
              </a:ext>
            </a:extLst>
          </p:cNvPr>
          <p:cNvCxnSpPr>
            <a:cxnSpLocks/>
          </p:cNvCxnSpPr>
          <p:nvPr/>
        </p:nvCxnSpPr>
        <p:spPr>
          <a:xfrm flipH="1">
            <a:off x="10637520" y="3652897"/>
            <a:ext cx="4538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à coins arrondis 45">
            <a:extLst>
              <a:ext uri="{FF2B5EF4-FFF2-40B4-BE49-F238E27FC236}">
                <a16:creationId xmlns:a16="http://schemas.microsoft.com/office/drawing/2014/main" id="{F1242BF4-7ADB-4EEF-AE52-7603A129AD76}"/>
              </a:ext>
            </a:extLst>
          </p:cNvPr>
          <p:cNvSpPr/>
          <p:nvPr/>
        </p:nvSpPr>
        <p:spPr>
          <a:xfrm>
            <a:off x="6920537" y="4762423"/>
            <a:ext cx="2049852" cy="1601109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0" name="Connecteur droit avec flèche 149">
            <a:extLst>
              <a:ext uri="{FF2B5EF4-FFF2-40B4-BE49-F238E27FC236}">
                <a16:creationId xmlns:a16="http://schemas.microsoft.com/office/drawing/2014/main" id="{02F4E0FB-E1C9-4C1A-9147-116A73B1BE11}"/>
              </a:ext>
            </a:extLst>
          </p:cNvPr>
          <p:cNvCxnSpPr>
            <a:cxnSpLocks/>
            <a:stCxn id="151" idx="1"/>
          </p:cNvCxnSpPr>
          <p:nvPr/>
        </p:nvCxnSpPr>
        <p:spPr>
          <a:xfrm flipH="1">
            <a:off x="8970390" y="5492479"/>
            <a:ext cx="677978" cy="34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ZoneTexte 150">
            <a:extLst>
              <a:ext uri="{FF2B5EF4-FFF2-40B4-BE49-F238E27FC236}">
                <a16:creationId xmlns:a16="http://schemas.microsoft.com/office/drawing/2014/main" id="{0BFF0A34-1385-46BA-B029-9552D9388A7E}"/>
              </a:ext>
            </a:extLst>
          </p:cNvPr>
          <p:cNvSpPr txBox="1"/>
          <p:nvPr/>
        </p:nvSpPr>
        <p:spPr>
          <a:xfrm>
            <a:off x="9648368" y="5112478"/>
            <a:ext cx="2305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Collection « Historiques Mesures » de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5799957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248;p19"/>
          <p:cNvGrpSpPr/>
          <p:nvPr/>
        </p:nvGrpSpPr>
        <p:grpSpPr>
          <a:xfrm>
            <a:off x="68379" y="217833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5CA9C3-0564-4690-A268-DBA78952F4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16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82FAA36-0076-4F96-83DE-11A538E97936}"/>
              </a:ext>
            </a:extLst>
          </p:cNvPr>
          <p:cNvSpPr txBox="1"/>
          <p:nvPr/>
        </p:nvSpPr>
        <p:spPr>
          <a:xfrm>
            <a:off x="505335" y="1178560"/>
            <a:ext cx="5770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Prédiction des paramètres environnementaux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26E0FF01-E6AE-4BCF-8234-77CB67287F57}"/>
              </a:ext>
            </a:extLst>
          </p:cNvPr>
          <p:cNvSpPr/>
          <p:nvPr/>
        </p:nvSpPr>
        <p:spPr>
          <a:xfrm>
            <a:off x="4656706" y="3113306"/>
            <a:ext cx="1036524" cy="31569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EB80EC5-C965-4EBB-8A19-75E9A0F53263}"/>
              </a:ext>
            </a:extLst>
          </p:cNvPr>
          <p:cNvSpPr txBox="1"/>
          <p:nvPr/>
        </p:nvSpPr>
        <p:spPr>
          <a:xfrm>
            <a:off x="532352" y="1856668"/>
            <a:ext cx="44708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Récupération des données enregistrés dans la BD</a:t>
            </a:r>
          </a:p>
        </p:txBody>
      </p:sp>
      <p:pic>
        <p:nvPicPr>
          <p:cNvPr id="48" name="Image 47">
            <a:extLst>
              <a:ext uri="{FF2B5EF4-FFF2-40B4-BE49-F238E27FC236}">
                <a16:creationId xmlns:a16="http://schemas.microsoft.com/office/drawing/2014/main" id="{41371E4E-A079-4950-8826-4AC7B0F4C8A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29076" y="2330970"/>
            <a:ext cx="3677376" cy="2217492"/>
          </a:xfrm>
          <a:prstGeom prst="rect">
            <a:avLst/>
          </a:prstGeom>
        </p:spPr>
      </p:pic>
      <p:sp>
        <p:nvSpPr>
          <p:cNvPr id="52" name="Rectangle à coins arrondis 45">
            <a:extLst>
              <a:ext uri="{FF2B5EF4-FFF2-40B4-BE49-F238E27FC236}">
                <a16:creationId xmlns:a16="http://schemas.microsoft.com/office/drawing/2014/main" id="{3B711526-911F-4256-957D-F6557DA0FE08}"/>
              </a:ext>
            </a:extLst>
          </p:cNvPr>
          <p:cNvSpPr/>
          <p:nvPr/>
        </p:nvSpPr>
        <p:spPr>
          <a:xfrm>
            <a:off x="878823" y="2367049"/>
            <a:ext cx="2687337" cy="1707111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3" name="Image 52">
            <a:extLst>
              <a:ext uri="{FF2B5EF4-FFF2-40B4-BE49-F238E27FC236}">
                <a16:creationId xmlns:a16="http://schemas.microsoft.com/office/drawing/2014/main" id="{D5EE80B7-BA35-4767-95CC-50D436F8EF2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813619" y="2068914"/>
            <a:ext cx="3935780" cy="2394542"/>
          </a:xfrm>
          <a:prstGeom prst="rect">
            <a:avLst/>
          </a:prstGeom>
        </p:spPr>
      </p:pic>
      <p:sp>
        <p:nvSpPr>
          <p:cNvPr id="58" name="ZoneTexte 57">
            <a:extLst>
              <a:ext uri="{FF2B5EF4-FFF2-40B4-BE49-F238E27FC236}">
                <a16:creationId xmlns:a16="http://schemas.microsoft.com/office/drawing/2014/main" id="{44255A31-895A-4889-8E5E-43FD7C4B6F4D}"/>
              </a:ext>
            </a:extLst>
          </p:cNvPr>
          <p:cNvSpPr txBox="1"/>
          <p:nvPr/>
        </p:nvSpPr>
        <p:spPr>
          <a:xfrm>
            <a:off x="6364329" y="1725929"/>
            <a:ext cx="39357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Création du modèle LSTM </a:t>
            </a:r>
          </a:p>
        </p:txBody>
      </p:sp>
      <p:sp>
        <p:nvSpPr>
          <p:cNvPr id="59" name="Rectangle à coins arrondis 45">
            <a:extLst>
              <a:ext uri="{FF2B5EF4-FFF2-40B4-BE49-F238E27FC236}">
                <a16:creationId xmlns:a16="http://schemas.microsoft.com/office/drawing/2014/main" id="{76202910-FADC-43E0-A728-42CA916E37B2}"/>
              </a:ext>
            </a:extLst>
          </p:cNvPr>
          <p:cNvSpPr/>
          <p:nvPr/>
        </p:nvSpPr>
        <p:spPr>
          <a:xfrm>
            <a:off x="5813619" y="2293008"/>
            <a:ext cx="2277240" cy="1391920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12EA3243-33D1-400F-A9C2-EDD2033351A9}"/>
              </a:ext>
            </a:extLst>
          </p:cNvPr>
          <p:cNvCxnSpPr>
            <a:cxnSpLocks/>
          </p:cNvCxnSpPr>
          <p:nvPr/>
        </p:nvCxnSpPr>
        <p:spPr>
          <a:xfrm flipH="1">
            <a:off x="8124568" y="2858194"/>
            <a:ext cx="4153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FD303FAA-1EC7-4ED4-BFDF-DAC75A0E2EAF}"/>
              </a:ext>
            </a:extLst>
          </p:cNvPr>
          <p:cNvSpPr txBox="1"/>
          <p:nvPr/>
        </p:nvSpPr>
        <p:spPr>
          <a:xfrm>
            <a:off x="8469863" y="2627361"/>
            <a:ext cx="13905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Les couches du modèle</a:t>
            </a:r>
          </a:p>
        </p:txBody>
      </p:sp>
      <p:pic>
        <p:nvPicPr>
          <p:cNvPr id="62" name="Picture 131">
            <a:extLst>
              <a:ext uri="{FF2B5EF4-FFF2-40B4-BE49-F238E27FC236}">
                <a16:creationId xmlns:a16="http://schemas.microsoft.com/office/drawing/2014/main" id="{3B1D2722-E9FB-4697-8105-F131441C4ECC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452" y="5205411"/>
            <a:ext cx="4999715" cy="1202055"/>
          </a:xfrm>
          <a:prstGeom prst="rect">
            <a:avLst/>
          </a:prstGeom>
        </p:spPr>
      </p:pic>
      <p:sp>
        <p:nvSpPr>
          <p:cNvPr id="19" name="Flèche : bas 18">
            <a:extLst>
              <a:ext uri="{FF2B5EF4-FFF2-40B4-BE49-F238E27FC236}">
                <a16:creationId xmlns:a16="http://schemas.microsoft.com/office/drawing/2014/main" id="{60D1987C-52FD-4CFA-BB0D-840266285A5F}"/>
              </a:ext>
            </a:extLst>
          </p:cNvPr>
          <p:cNvSpPr/>
          <p:nvPr/>
        </p:nvSpPr>
        <p:spPr>
          <a:xfrm>
            <a:off x="8678100" y="4498665"/>
            <a:ext cx="215530" cy="695766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8706BE7-3563-4DAD-AA19-C64F809A7B4F}"/>
              </a:ext>
            </a:extLst>
          </p:cNvPr>
          <p:cNvSpPr txBox="1"/>
          <p:nvPr/>
        </p:nvSpPr>
        <p:spPr>
          <a:xfrm>
            <a:off x="4957851" y="4591110"/>
            <a:ext cx="3935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Charger le modèle et afficher les valeurs prévues pour les 15 prochaines minutes </a:t>
            </a:r>
          </a:p>
        </p:txBody>
      </p:sp>
    </p:spTree>
    <p:extLst>
      <p:ext uri="{BB962C8B-B14F-4D97-AF65-F5344CB8AC3E}">
        <p14:creationId xmlns:p14="http://schemas.microsoft.com/office/powerpoint/2010/main" val="3271219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452;p27"/>
          <p:cNvSpPr txBox="1"/>
          <p:nvPr/>
        </p:nvSpPr>
        <p:spPr>
          <a:xfrm>
            <a:off x="296435" y="1330039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spcBef>
                <a:spcPts val="0"/>
              </a:spcBef>
              <a:spcAft>
                <a:spcPts val="0"/>
              </a:spcAft>
              <a:buClr>
                <a:srgbClr val="ED8945"/>
              </a:buClr>
              <a:buSzPts val="2000"/>
            </a:pPr>
            <a:endParaRPr sz="2000" b="1" dirty="0">
              <a:solidFill>
                <a:srgbClr val="1AAFE4"/>
              </a:solidFill>
            </a:endParaRPr>
          </a:p>
        </p:txBody>
      </p:sp>
      <p:grpSp>
        <p:nvGrpSpPr>
          <p:cNvPr id="53" name="Google Shape;248;p19"/>
          <p:cNvGrpSpPr/>
          <p:nvPr/>
        </p:nvGrpSpPr>
        <p:grpSpPr>
          <a:xfrm>
            <a:off x="68379" y="252723"/>
            <a:ext cx="10365904" cy="650938"/>
            <a:chOff x="-43152" y="-19950"/>
            <a:chExt cx="10076703" cy="650938"/>
          </a:xfrm>
        </p:grpSpPr>
        <p:sp>
          <p:nvSpPr>
            <p:cNvPr id="54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61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2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3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FC7BDE3-CFB0-44D8-BA23-E66D43FF63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17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7A7D719-E59C-4FFC-8962-86AE8E541282}"/>
              </a:ext>
            </a:extLst>
          </p:cNvPr>
          <p:cNvSpPr txBox="1"/>
          <p:nvPr/>
        </p:nvSpPr>
        <p:spPr>
          <a:xfrm>
            <a:off x="400391" y="1154915"/>
            <a:ext cx="42563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Pilotage de l’irrigation </a:t>
            </a:r>
          </a:p>
        </p:txBody>
      </p:sp>
      <p:pic>
        <p:nvPicPr>
          <p:cNvPr id="28" name="Google Shape;337;p23">
            <a:extLst>
              <a:ext uri="{FF2B5EF4-FFF2-40B4-BE49-F238E27FC236}">
                <a16:creationId xmlns:a16="http://schemas.microsoft.com/office/drawing/2014/main" id="{55E49D0E-699B-4381-B956-461238FA339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6987" y="2206048"/>
            <a:ext cx="1432800" cy="1432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Flèche : droite 32">
            <a:extLst>
              <a:ext uri="{FF2B5EF4-FFF2-40B4-BE49-F238E27FC236}">
                <a16:creationId xmlns:a16="http://schemas.microsoft.com/office/drawing/2014/main" id="{6765CF50-73F5-4E6A-8D5D-1DFBABA80BB1}"/>
              </a:ext>
            </a:extLst>
          </p:cNvPr>
          <p:cNvSpPr/>
          <p:nvPr/>
        </p:nvSpPr>
        <p:spPr>
          <a:xfrm>
            <a:off x="1895850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4DF6644-9311-4E2F-AFB9-299D5136249F}"/>
              </a:ext>
            </a:extLst>
          </p:cNvPr>
          <p:cNvSpPr txBox="1"/>
          <p:nvPr/>
        </p:nvSpPr>
        <p:spPr>
          <a:xfrm>
            <a:off x="1595618" y="2658385"/>
            <a:ext cx="2501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Déclencher l’irrigation via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0AE9146D-8409-4549-BF2B-87B77280088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032836" y="2424170"/>
            <a:ext cx="1214688" cy="110973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7AFE52F-D2CA-43DA-86D2-8F93E21F0196}"/>
              </a:ext>
            </a:extLst>
          </p:cNvPr>
          <p:cNvSpPr txBox="1"/>
          <p:nvPr/>
        </p:nvSpPr>
        <p:spPr>
          <a:xfrm>
            <a:off x="810574" y="2009443"/>
            <a:ext cx="13066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Client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FB7E42-DDDD-46B2-9AD4-DEA3EA5DB554}"/>
              </a:ext>
            </a:extLst>
          </p:cNvPr>
          <p:cNvSpPr txBox="1"/>
          <p:nvPr/>
        </p:nvSpPr>
        <p:spPr>
          <a:xfrm>
            <a:off x="4097544" y="2088675"/>
            <a:ext cx="1214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Plateforme</a:t>
            </a:r>
          </a:p>
        </p:txBody>
      </p:sp>
      <p:sp>
        <p:nvSpPr>
          <p:cNvPr id="41" name="Flèche : droite 40">
            <a:extLst>
              <a:ext uri="{FF2B5EF4-FFF2-40B4-BE49-F238E27FC236}">
                <a16:creationId xmlns:a16="http://schemas.microsoft.com/office/drawing/2014/main" id="{EE195C04-38A2-494E-9929-28EB9B069DF7}"/>
              </a:ext>
            </a:extLst>
          </p:cNvPr>
          <p:cNvSpPr/>
          <p:nvPr/>
        </p:nvSpPr>
        <p:spPr>
          <a:xfrm>
            <a:off x="5342531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E58A1F8-7E7C-4982-8209-D5E850AC798A}"/>
              </a:ext>
            </a:extLst>
          </p:cNvPr>
          <p:cNvSpPr txBox="1"/>
          <p:nvPr/>
        </p:nvSpPr>
        <p:spPr>
          <a:xfrm>
            <a:off x="5060034" y="2463959"/>
            <a:ext cx="25383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Envoyer la commande de l’irrigation 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DAA64ABD-9C43-400F-81DF-82253344A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7015" y="2499316"/>
            <a:ext cx="1070011" cy="11951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8BB26B3-E015-441B-8CF7-0FEB97512F64}"/>
              </a:ext>
            </a:extLst>
          </p:cNvPr>
          <p:cNvSpPr txBox="1"/>
          <p:nvPr/>
        </p:nvSpPr>
        <p:spPr>
          <a:xfrm>
            <a:off x="7447015" y="2104125"/>
            <a:ext cx="16157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4228DEBF-887C-4C61-AC82-7CF3956576E4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1183" y="2585133"/>
            <a:ext cx="3233830" cy="1290181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Rectangle à coins arrondis 45">
            <a:extLst>
              <a:ext uri="{FF2B5EF4-FFF2-40B4-BE49-F238E27FC236}">
                <a16:creationId xmlns:a16="http://schemas.microsoft.com/office/drawing/2014/main" id="{9750D357-4D2A-429A-A522-4AC0722B3BDD}"/>
              </a:ext>
            </a:extLst>
          </p:cNvPr>
          <p:cNvSpPr/>
          <p:nvPr/>
        </p:nvSpPr>
        <p:spPr>
          <a:xfrm>
            <a:off x="8409711" y="2538845"/>
            <a:ext cx="3001784" cy="17307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34B29482-DA87-44F2-8CA8-9032264DAE55}"/>
              </a:ext>
            </a:extLst>
          </p:cNvPr>
          <p:cNvCxnSpPr>
            <a:cxnSpLocks/>
          </p:cNvCxnSpPr>
          <p:nvPr/>
        </p:nvCxnSpPr>
        <p:spPr>
          <a:xfrm flipH="1" flipV="1">
            <a:off x="11092602" y="2761800"/>
            <a:ext cx="87027" cy="175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9D8AEC08-1D03-4074-9E28-14036CF088B7}"/>
              </a:ext>
            </a:extLst>
          </p:cNvPr>
          <p:cNvSpPr txBox="1"/>
          <p:nvPr/>
        </p:nvSpPr>
        <p:spPr>
          <a:xfrm>
            <a:off x="10833717" y="2922448"/>
            <a:ext cx="1077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Mode d’irrigation</a:t>
            </a:r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2D32A724-E3D2-4C04-915E-1736517C97E3}"/>
              </a:ext>
            </a:extLst>
          </p:cNvPr>
          <p:cNvSpPr/>
          <p:nvPr/>
        </p:nvSpPr>
        <p:spPr>
          <a:xfrm>
            <a:off x="7982020" y="3875313"/>
            <a:ext cx="322773" cy="918559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C76C40F-942C-4CF3-B2D7-09A9E35A0AA5}"/>
              </a:ext>
            </a:extLst>
          </p:cNvPr>
          <p:cNvSpPr txBox="1"/>
          <p:nvPr/>
        </p:nvSpPr>
        <p:spPr>
          <a:xfrm>
            <a:off x="6717735" y="4811750"/>
            <a:ext cx="2639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Activer et désactiver la pompe à eau du pot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25D9691F-AFBE-4D16-A51E-87DB6E2EE5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3530" y="5437024"/>
            <a:ext cx="1085296" cy="81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952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452;p27"/>
          <p:cNvSpPr txBox="1"/>
          <p:nvPr/>
        </p:nvSpPr>
        <p:spPr>
          <a:xfrm>
            <a:off x="374132" y="1086871"/>
            <a:ext cx="879099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logique de l’application </a:t>
            </a: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79" name="Google Shape;248;p19"/>
          <p:cNvGrpSpPr/>
          <p:nvPr/>
        </p:nvGrpSpPr>
        <p:grpSpPr>
          <a:xfrm>
            <a:off x="68379" y="265547"/>
            <a:ext cx="10365904" cy="650938"/>
            <a:chOff x="-43152" y="-19950"/>
            <a:chExt cx="10076703" cy="650938"/>
          </a:xfrm>
        </p:grpSpPr>
        <p:sp>
          <p:nvSpPr>
            <p:cNvPr id="8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89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5B7B0BD-FE52-4EDD-98D4-F49FCC0C52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18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4B6104D-9CA1-4AF8-8F14-85392EE54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0543" y="1795957"/>
            <a:ext cx="64865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0355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452;p27"/>
          <p:cNvSpPr txBox="1"/>
          <p:nvPr/>
        </p:nvSpPr>
        <p:spPr>
          <a:xfrm>
            <a:off x="271588" y="1183273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Environnement logiciel 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84480" y="275587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107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B517DBF-C73D-43FD-94F9-12787B87363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19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9AC7777-D14C-44B6-960A-05F317795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135" y="3258644"/>
            <a:ext cx="1236410" cy="89159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9D5E6BC-56F1-499A-A32E-18A478C5C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568" y="3329484"/>
            <a:ext cx="839661" cy="83966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4ED3E4B-047C-4EC7-BE15-4C613344B2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0384" y="3323754"/>
            <a:ext cx="851120" cy="85112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9937C43E-4719-4FA2-AE25-E15169671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5906" y="3494684"/>
            <a:ext cx="2105319" cy="49536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4C9CA703-D305-4568-A9FA-B48ED040D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1452" y="3348390"/>
            <a:ext cx="1121229" cy="801848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31931E34-E080-4D2B-A38D-C956CB9BEACE}"/>
              </a:ext>
            </a:extLst>
          </p:cNvPr>
          <p:cNvSpPr txBox="1"/>
          <p:nvPr/>
        </p:nvSpPr>
        <p:spPr>
          <a:xfrm>
            <a:off x="1112502" y="4344885"/>
            <a:ext cx="190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1"/>
                </a:solidFill>
              </a:rPr>
              <a:t>Visual Studio Code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B1D583E7-0264-462F-B175-7EC56C79F5B2}"/>
              </a:ext>
            </a:extLst>
          </p:cNvPr>
          <p:cNvSpPr txBox="1"/>
          <p:nvPr/>
        </p:nvSpPr>
        <p:spPr>
          <a:xfrm>
            <a:off x="3535567" y="4344887"/>
            <a:ext cx="1811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/>
                </a:solidFill>
              </a:rPr>
              <a:t>Node.js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F91DF59-35D3-4293-9D20-0303851056C8}"/>
              </a:ext>
            </a:extLst>
          </p:cNvPr>
          <p:cNvSpPr txBox="1"/>
          <p:nvPr/>
        </p:nvSpPr>
        <p:spPr>
          <a:xfrm>
            <a:off x="5252418" y="4344886"/>
            <a:ext cx="1565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Express.js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3B21C9-CC73-490E-85B7-8339E203A643}"/>
              </a:ext>
            </a:extLst>
          </p:cNvPr>
          <p:cNvSpPr txBox="1"/>
          <p:nvPr/>
        </p:nvSpPr>
        <p:spPr>
          <a:xfrm>
            <a:off x="7327596" y="4332739"/>
            <a:ext cx="23872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>
                    <a:lumMod val="75000"/>
                  </a:schemeClr>
                </a:solidFill>
              </a:rPr>
              <a:t>MongoDB Atlas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D8D72C6-CFE3-40A4-A5DE-2E75CEDDF62F}"/>
              </a:ext>
            </a:extLst>
          </p:cNvPr>
          <p:cNvSpPr txBox="1"/>
          <p:nvPr/>
        </p:nvSpPr>
        <p:spPr>
          <a:xfrm>
            <a:off x="10159678" y="4344885"/>
            <a:ext cx="17133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accent6"/>
                </a:solidFill>
              </a:rPr>
              <a:t>PlantNet</a:t>
            </a:r>
            <a:r>
              <a:rPr lang="fr-FR" b="1" dirty="0">
                <a:solidFill>
                  <a:schemeClr val="accent6"/>
                </a:solidFill>
              </a:rPr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38031635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16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7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8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5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4682654" y="3538711"/>
            <a:ext cx="3429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Demo</a:t>
            </a:r>
            <a:r>
              <a:rPr lang="fr-FR" dirty="0"/>
              <a:t> </a:t>
            </a:r>
            <a:r>
              <a:rPr lang="fr-FR" dirty="0" err="1"/>
              <a:t>video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97FE616-4382-487D-9706-106012925C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311892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2"/>
          <p:cNvSpPr/>
          <p:nvPr/>
        </p:nvSpPr>
        <p:spPr>
          <a:xfrm>
            <a:off x="1747520" y="2852844"/>
            <a:ext cx="1019056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endParaRPr sz="1867"/>
          </a:p>
        </p:txBody>
      </p:sp>
      <p:grpSp>
        <p:nvGrpSpPr>
          <p:cNvPr id="9" name="object 4"/>
          <p:cNvGrpSpPr/>
          <p:nvPr/>
        </p:nvGrpSpPr>
        <p:grpSpPr>
          <a:xfrm>
            <a:off x="143933" y="191982"/>
            <a:ext cx="11904133" cy="6529493"/>
            <a:chOff x="1650489" y="135604"/>
            <a:chExt cx="8928100" cy="4897120"/>
          </a:xfrm>
        </p:grpSpPr>
        <p:sp>
          <p:nvSpPr>
            <p:cNvPr id="10" name="object 5"/>
            <p:cNvSpPr/>
            <p:nvPr/>
          </p:nvSpPr>
          <p:spPr>
            <a:xfrm>
              <a:off x="1650489" y="135604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 sz="1867"/>
            </a:p>
          </p:txBody>
        </p:sp>
        <p:pic>
          <p:nvPicPr>
            <p:cNvPr id="11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77432" y="2284475"/>
              <a:ext cx="557783" cy="557784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13" name="object 3"/>
          <p:cNvSpPr txBox="1">
            <a:spLocks noGrp="1"/>
          </p:cNvSpPr>
          <p:nvPr>
            <p:ph type="title"/>
          </p:nvPr>
        </p:nvSpPr>
        <p:spPr>
          <a:xfrm>
            <a:off x="3456020" y="3077910"/>
            <a:ext cx="5616860" cy="878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800" b="1" dirty="0">
                <a:solidFill>
                  <a:schemeClr val="bg1"/>
                </a:solidFill>
                <a:latin typeface="+mj-lt"/>
              </a:rPr>
              <a:t>Conclusion et perspectives</a:t>
            </a:r>
            <a:br>
              <a:rPr lang="fr-FR" sz="2800" b="1" dirty="0">
                <a:solidFill>
                  <a:schemeClr val="bg1"/>
                </a:solidFill>
                <a:latin typeface="+mj-lt"/>
              </a:rPr>
            </a:br>
            <a:endParaRPr lang="fr-FR" sz="28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51C76D3-75AA-48AC-B3DE-664F79A8722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93161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620C49-950F-4529-8F70-05293AEB5F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25</a:t>
            </a:r>
          </a:p>
        </p:txBody>
      </p:sp>
      <p:grpSp>
        <p:nvGrpSpPr>
          <p:cNvPr id="6" name="Google Shape;248;p19">
            <a:extLst>
              <a:ext uri="{FF2B5EF4-FFF2-40B4-BE49-F238E27FC236}">
                <a16:creationId xmlns:a16="http://schemas.microsoft.com/office/drawing/2014/main" id="{452799EA-4F12-4204-A528-ADCCECE75E9D}"/>
              </a:ext>
            </a:extLst>
          </p:cNvPr>
          <p:cNvGrpSpPr/>
          <p:nvPr/>
        </p:nvGrpSpPr>
        <p:grpSpPr>
          <a:xfrm>
            <a:off x="56826" y="189398"/>
            <a:ext cx="10365904" cy="611302"/>
            <a:chOff x="-43152" y="-19950"/>
            <a:chExt cx="10076703" cy="611302"/>
          </a:xfrm>
        </p:grpSpPr>
        <p:sp>
          <p:nvSpPr>
            <p:cNvPr id="7" name="Google Shape;250;p19">
              <a:extLst>
                <a:ext uri="{FF2B5EF4-FFF2-40B4-BE49-F238E27FC236}">
                  <a16:creationId xmlns:a16="http://schemas.microsoft.com/office/drawing/2014/main" id="{E66544FF-5305-4B73-B03B-7F2B6580B004}"/>
                </a:ext>
              </a:extLst>
            </p:cNvPr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" name="Google Shape;251;p19">
              <a:extLst>
                <a:ext uri="{FF2B5EF4-FFF2-40B4-BE49-F238E27FC236}">
                  <a16:creationId xmlns:a16="http://schemas.microsoft.com/office/drawing/2014/main" id="{10E2278C-BFBC-4DF7-BEA3-0192A7F0F8C9}"/>
                </a:ext>
              </a:extLst>
            </p:cNvPr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9" name="Google Shape;252;p19">
              <a:extLst>
                <a:ext uri="{FF2B5EF4-FFF2-40B4-BE49-F238E27FC236}">
                  <a16:creationId xmlns:a16="http://schemas.microsoft.com/office/drawing/2014/main" id="{8F4EA61C-1F5E-4098-A2C2-F4ABAB97685C}"/>
                </a:ext>
              </a:extLst>
            </p:cNvPr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" name="Google Shape;253;p19">
              <a:extLst>
                <a:ext uri="{FF2B5EF4-FFF2-40B4-BE49-F238E27FC236}">
                  <a16:creationId xmlns:a16="http://schemas.microsoft.com/office/drawing/2014/main" id="{B5F7B5BF-D808-4905-AE13-0E594A085D8F}"/>
                </a:ext>
              </a:extLst>
            </p:cNvPr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" name="Google Shape;254;p19">
              <a:extLst>
                <a:ext uri="{FF2B5EF4-FFF2-40B4-BE49-F238E27FC236}">
                  <a16:creationId xmlns:a16="http://schemas.microsoft.com/office/drawing/2014/main" id="{4E2DA940-12B5-4623-94BC-AB09B06136AC}"/>
                </a:ext>
              </a:extLst>
            </p:cNvPr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2" name="Google Shape;255;p19">
              <a:extLst>
                <a:ext uri="{FF2B5EF4-FFF2-40B4-BE49-F238E27FC236}">
                  <a16:creationId xmlns:a16="http://schemas.microsoft.com/office/drawing/2014/main" id="{38A6881C-E9FD-4D69-A637-A133E2B2159B}"/>
                </a:ext>
              </a:extLst>
            </p:cNvPr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3" name="Google Shape;256;p19">
              <a:extLst>
                <a:ext uri="{FF2B5EF4-FFF2-40B4-BE49-F238E27FC236}">
                  <a16:creationId xmlns:a16="http://schemas.microsoft.com/office/drawing/2014/main" id="{8A4EF790-7FD7-405F-831D-CBF692EACADD}"/>
                </a:ext>
              </a:extLst>
            </p:cNvPr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4" name="Google Shape;257;p19">
              <a:extLst>
                <a:ext uri="{FF2B5EF4-FFF2-40B4-BE49-F238E27FC236}">
                  <a16:creationId xmlns:a16="http://schemas.microsoft.com/office/drawing/2014/main" id="{DA4B9F81-FED1-4B5B-B1AF-9395A32FDD7C}"/>
                </a:ext>
              </a:extLst>
            </p:cNvPr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5" name="Google Shape;258;p19">
              <a:extLst>
                <a:ext uri="{FF2B5EF4-FFF2-40B4-BE49-F238E27FC236}">
                  <a16:creationId xmlns:a16="http://schemas.microsoft.com/office/drawing/2014/main" id="{4959E611-C3E5-4A7D-84F4-55218F5B28A3}"/>
                </a:ext>
              </a:extLst>
            </p:cNvPr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8" name="object 5">
            <a:extLst>
              <a:ext uri="{FF2B5EF4-FFF2-40B4-BE49-F238E27FC236}">
                <a16:creationId xmlns:a16="http://schemas.microsoft.com/office/drawing/2014/main" id="{0B81F4C6-B6F5-49E2-9FB0-58B74614532F}"/>
              </a:ext>
            </a:extLst>
          </p:cNvPr>
          <p:cNvSpPr/>
          <p:nvPr/>
        </p:nvSpPr>
        <p:spPr>
          <a:xfrm>
            <a:off x="81293" y="91268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9" name="Google Shape;794;p42">
            <a:extLst>
              <a:ext uri="{FF2B5EF4-FFF2-40B4-BE49-F238E27FC236}">
                <a16:creationId xmlns:a16="http://schemas.microsoft.com/office/drawing/2014/main" id="{7DE607E3-0317-45BB-8A55-232879D33D91}"/>
              </a:ext>
            </a:extLst>
          </p:cNvPr>
          <p:cNvSpPr txBox="1"/>
          <p:nvPr/>
        </p:nvSpPr>
        <p:spPr>
          <a:xfrm>
            <a:off x="-39459" y="1044260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Conclusion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340249CE-CFE6-4E22-8E1E-0EE27C0C024C}"/>
              </a:ext>
            </a:extLst>
          </p:cNvPr>
          <p:cNvGrpSpPr/>
          <p:nvPr/>
        </p:nvGrpSpPr>
        <p:grpSpPr>
          <a:xfrm>
            <a:off x="1340484" y="1925528"/>
            <a:ext cx="5749047" cy="2602920"/>
            <a:chOff x="1264596" y="1282057"/>
            <a:chExt cx="5749047" cy="2602920"/>
          </a:xfrm>
        </p:grpSpPr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2E13DA57-5839-4633-B3F0-3EB4A6B85743}"/>
                </a:ext>
              </a:extLst>
            </p:cNvPr>
            <p:cNvSpPr/>
            <p:nvPr/>
          </p:nvSpPr>
          <p:spPr>
            <a:xfrm>
              <a:off x="5389235" y="2664113"/>
              <a:ext cx="1624408" cy="122086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2" name="Graphique 21" descr="Programmatrice avec un remplissage uni">
              <a:extLst>
                <a:ext uri="{FF2B5EF4-FFF2-40B4-BE49-F238E27FC236}">
                  <a16:creationId xmlns:a16="http://schemas.microsoft.com/office/drawing/2014/main" id="{CA1AC651-9D9F-4ACE-9BB2-404E37A8A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44239" y="2859021"/>
              <a:ext cx="914400" cy="677622"/>
            </a:xfrm>
            <a:prstGeom prst="rect">
              <a:avLst/>
            </a:prstGeom>
          </p:spPr>
        </p:pic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208B0EBF-EB17-4CFC-B133-5185943D2C0A}"/>
                </a:ext>
              </a:extLst>
            </p:cNvPr>
            <p:cNvCxnSpPr/>
            <p:nvPr/>
          </p:nvCxnSpPr>
          <p:spPr>
            <a:xfrm>
              <a:off x="6201439" y="1789889"/>
              <a:ext cx="2511" cy="98249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081CDE4B-C827-48B0-86DE-4BB0F2735FB5}"/>
                </a:ext>
              </a:extLst>
            </p:cNvPr>
            <p:cNvCxnSpPr>
              <a:cxnSpLocks/>
            </p:cNvCxnSpPr>
            <p:nvPr/>
          </p:nvCxnSpPr>
          <p:spPr>
            <a:xfrm>
              <a:off x="4990289" y="1789889"/>
              <a:ext cx="121366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CDF1D19D-3513-43C9-B1E7-B9F5D3ADBF83}"/>
                </a:ext>
              </a:extLst>
            </p:cNvPr>
            <p:cNvSpPr txBox="1"/>
            <p:nvPr/>
          </p:nvSpPr>
          <p:spPr>
            <a:xfrm>
              <a:off x="1264596" y="1282057"/>
              <a:ext cx="3725693" cy="92333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Réalisation et développement d’une plateforme de gestion et de suivi des plantes. 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5C59BF56-B983-43FF-B812-DCD88D30532E}"/>
              </a:ext>
            </a:extLst>
          </p:cNvPr>
          <p:cNvGrpSpPr/>
          <p:nvPr/>
        </p:nvGrpSpPr>
        <p:grpSpPr>
          <a:xfrm>
            <a:off x="8046155" y="2154895"/>
            <a:ext cx="2699420" cy="2329974"/>
            <a:chOff x="8693787" y="1634047"/>
            <a:chExt cx="2699420" cy="2329974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C8DB014-C372-4E14-9771-ED2EEC81350E}"/>
                </a:ext>
              </a:extLst>
            </p:cNvPr>
            <p:cNvSpPr/>
            <p:nvPr/>
          </p:nvSpPr>
          <p:spPr>
            <a:xfrm>
              <a:off x="9253185" y="1634047"/>
              <a:ext cx="1389929" cy="107024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9" name="Graphique 28" descr="Employée de bureau avec un remplissage uni">
              <a:extLst>
                <a:ext uri="{FF2B5EF4-FFF2-40B4-BE49-F238E27FC236}">
                  <a16:creationId xmlns:a16="http://schemas.microsoft.com/office/drawing/2014/main" id="{31C6F1B7-120F-4375-8E61-A87285745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472443" y="1789887"/>
              <a:ext cx="914400" cy="682835"/>
            </a:xfrm>
            <a:prstGeom prst="rect">
              <a:avLst/>
            </a:prstGeom>
          </p:spPr>
        </p:pic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BFDACB7E-070F-4D44-9F0A-F8291600E69B}"/>
                </a:ext>
              </a:extLst>
            </p:cNvPr>
            <p:cNvCxnSpPr>
              <a:cxnSpLocks/>
              <a:stCxn id="28" idx="4"/>
            </p:cNvCxnSpPr>
            <p:nvPr/>
          </p:nvCxnSpPr>
          <p:spPr>
            <a:xfrm flipH="1">
              <a:off x="9929643" y="2704289"/>
              <a:ext cx="18507" cy="639294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11E82938-DA2E-4784-9FDB-B55488729123}"/>
                </a:ext>
              </a:extLst>
            </p:cNvPr>
            <p:cNvSpPr txBox="1"/>
            <p:nvPr/>
          </p:nvSpPr>
          <p:spPr>
            <a:xfrm>
              <a:off x="8693787" y="3286913"/>
              <a:ext cx="2699420" cy="677108"/>
            </a:xfrm>
            <a:prstGeom prst="rect">
              <a:avLst/>
            </a:pr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S’intégrer dans le monde professionnel</a:t>
              </a:r>
              <a:r>
                <a:rPr lang="fr-F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F8B6A304-46D3-4CA6-9420-C8DAB3FF6A64}"/>
              </a:ext>
            </a:extLst>
          </p:cNvPr>
          <p:cNvGrpSpPr/>
          <p:nvPr/>
        </p:nvGrpSpPr>
        <p:grpSpPr>
          <a:xfrm>
            <a:off x="1446426" y="3977737"/>
            <a:ext cx="5013331" cy="2156344"/>
            <a:chOff x="2062265" y="3473274"/>
            <a:chExt cx="5013331" cy="2156344"/>
          </a:xfrm>
        </p:grpSpPr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991C8F9-5057-4CE4-9A3B-504586CE1738}"/>
                </a:ext>
              </a:extLst>
            </p:cNvPr>
            <p:cNvSpPr/>
            <p:nvPr/>
          </p:nvSpPr>
          <p:spPr>
            <a:xfrm>
              <a:off x="2062265" y="3473274"/>
              <a:ext cx="1405632" cy="92333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6BF3DB50-03D5-442F-BC92-5A32E193BE9E}"/>
                </a:ext>
              </a:extLst>
            </p:cNvPr>
            <p:cNvCxnSpPr>
              <a:cxnSpLocks/>
            </p:cNvCxnSpPr>
            <p:nvPr/>
          </p:nvCxnSpPr>
          <p:spPr>
            <a:xfrm>
              <a:off x="2637230" y="4335767"/>
              <a:ext cx="44537" cy="74207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1982CC16-E53F-4D01-88F5-68C9310A62D0}"/>
                </a:ext>
              </a:extLst>
            </p:cNvPr>
            <p:cNvCxnSpPr>
              <a:cxnSpLocks/>
            </p:cNvCxnSpPr>
            <p:nvPr/>
          </p:nvCxnSpPr>
          <p:spPr>
            <a:xfrm>
              <a:off x="2681766" y="5077837"/>
              <a:ext cx="945117" cy="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CC5C9425-BB2E-4E1B-9887-EC1475588C77}"/>
                </a:ext>
              </a:extLst>
            </p:cNvPr>
            <p:cNvSpPr txBox="1"/>
            <p:nvPr/>
          </p:nvSpPr>
          <p:spPr>
            <a:xfrm>
              <a:off x="3626883" y="4706288"/>
              <a:ext cx="3448713" cy="923330"/>
            </a:xfrm>
            <a:prstGeom prst="rect">
              <a:avLst/>
            </a:pr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Bonne occasion pour recueillir des nouvelles technologies et</a:t>
              </a:r>
            </a:p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d’assimiler les outils acquis.</a:t>
              </a:r>
            </a:p>
          </p:txBody>
        </p:sp>
        <p:pic>
          <p:nvPicPr>
            <p:cNvPr id="37" name="Graphique 36" descr="Conception web avec un remplissage uni">
              <a:extLst>
                <a:ext uri="{FF2B5EF4-FFF2-40B4-BE49-F238E27FC236}">
                  <a16:creationId xmlns:a16="http://schemas.microsoft.com/office/drawing/2014/main" id="{18CB5154-C5AD-4ECE-9E7F-934B31C4B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38421" y="3496569"/>
              <a:ext cx="815903" cy="8159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6120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42"/>
          <p:cNvSpPr txBox="1"/>
          <p:nvPr/>
        </p:nvSpPr>
        <p:spPr>
          <a:xfrm>
            <a:off x="-124148" y="1062361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Perspectives</a:t>
            </a:r>
            <a:r>
              <a:rPr lang="fr-FR" sz="2000" b="1" i="0" u="none" strike="noStrike" cap="none" dirty="0">
                <a:solidFill>
                  <a:srgbClr val="1AAFE4"/>
                </a:solidFill>
              </a:rPr>
              <a:t> </a:t>
            </a:r>
            <a:endParaRPr sz="2000" b="1" i="0" u="none" strike="noStrike" cap="none" dirty="0">
              <a:solidFill>
                <a:srgbClr val="1AAFE4"/>
              </a:solidFill>
            </a:endParaRPr>
          </a:p>
        </p:txBody>
      </p:sp>
      <p:sp>
        <p:nvSpPr>
          <p:cNvPr id="795" name="Google Shape;795;p42"/>
          <p:cNvSpPr txBox="1"/>
          <p:nvPr/>
        </p:nvSpPr>
        <p:spPr>
          <a:xfrm>
            <a:off x="280858" y="1955666"/>
            <a:ext cx="4827600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>
              <a:buClr>
                <a:schemeClr val="dk1"/>
              </a:buClr>
              <a:buSzPts val="2000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Intégrer un système de détection des maladies des plantes pour identifier les anomalies. </a:t>
            </a:r>
            <a:endParaRPr lang="fr-FR" sz="1600" b="1" i="0" u="none" strike="noStrike" cap="none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797" name="Google Shape;797;p42"/>
          <p:cNvSpPr txBox="1"/>
          <p:nvPr/>
        </p:nvSpPr>
        <p:spPr>
          <a:xfrm>
            <a:off x="5871436" y="1946850"/>
            <a:ext cx="6039706" cy="153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indent="-355600">
              <a:buClr>
                <a:schemeClr val="dk1"/>
              </a:buClr>
              <a:buSzPts val="2000"/>
              <a:buFont typeface="Arial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Ajouter des paramètres liés à la composition du sol afin d’assurer un suivi plus précis et complet des conditions de croissance des plantes.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endParaRPr lang="fr-FR" sz="1600" b="1" i="0" u="none" strike="noStrike" cap="none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lang="fr-FR" sz="18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248;p19"/>
          <p:cNvGrpSpPr/>
          <p:nvPr/>
        </p:nvGrpSpPr>
        <p:grpSpPr>
          <a:xfrm>
            <a:off x="68422" y="253292"/>
            <a:ext cx="10365904" cy="611302"/>
            <a:chOff x="-43152" y="-19950"/>
            <a:chExt cx="10076703" cy="611302"/>
          </a:xfrm>
        </p:grpSpPr>
        <p:sp>
          <p:nvSpPr>
            <p:cNvPr id="2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8;p19"/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F6780A9-76C0-4D79-8ED5-55899E87A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26</a:t>
            </a:r>
          </a:p>
        </p:txBody>
      </p:sp>
      <p:pic>
        <p:nvPicPr>
          <p:cNvPr id="18" name="Image 17" descr="Une image contenant clipart, Graphique, Dessin animé, illustration&#10;&#10;Description générée automatiquement">
            <a:extLst>
              <a:ext uri="{FF2B5EF4-FFF2-40B4-BE49-F238E27FC236}">
                <a16:creationId xmlns:a16="http://schemas.microsoft.com/office/drawing/2014/main" id="{61967202-72F0-4F04-8DEE-5D69F3C5CD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2012" y="3722251"/>
            <a:ext cx="2042622" cy="19641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slow">
    <p:cover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43"/>
          <p:cNvSpPr/>
          <p:nvPr/>
        </p:nvSpPr>
        <p:spPr>
          <a:xfrm>
            <a:off x="25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43"/>
          <p:cNvSpPr/>
          <p:nvPr/>
        </p:nvSpPr>
        <p:spPr>
          <a:xfrm>
            <a:off x="1804976" y="1501047"/>
            <a:ext cx="8582100" cy="21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00"/>
              <a:buFont typeface="Arial"/>
              <a:buNone/>
            </a:pPr>
            <a:r>
              <a:rPr lang="fr-FR" sz="5000" b="1" i="0" u="none" strike="noStrike" cap="none" dirty="0">
                <a:solidFill>
                  <a:schemeClr val="accent1">
                    <a:lumMod val="50000"/>
                  </a:schemeClr>
                </a:solidFill>
              </a:rPr>
              <a:t>Merci de votre attention</a:t>
            </a:r>
            <a:endParaRPr sz="5000" b="1" i="0" u="none" strike="noStrike" cap="none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17" name="Google Shape;817;p43"/>
          <p:cNvSpPr txBox="1"/>
          <p:nvPr/>
        </p:nvSpPr>
        <p:spPr>
          <a:xfrm>
            <a:off x="3606229" y="3061699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30" name="Google Shape;83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575" y="2928950"/>
            <a:ext cx="3679175" cy="367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Thèm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17074</TotalTime>
  <Words>1417</Words>
  <Application>Microsoft Office PowerPoint</Application>
  <PresentationFormat>Grand écran</PresentationFormat>
  <Paragraphs>392</Paragraphs>
  <Slides>37</Slides>
  <Notes>30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37</vt:i4>
      </vt:variant>
    </vt:vector>
  </HeadingPairs>
  <TitlesOfParts>
    <vt:vector size="42" baseType="lpstr">
      <vt:lpstr>Arial</vt:lpstr>
      <vt:lpstr>Calibri</vt:lpstr>
      <vt:lpstr>Times</vt:lpstr>
      <vt:lpstr>Times New Roman</vt:lpstr>
      <vt:lpstr>Office Theme</vt:lpstr>
      <vt:lpstr>Présentation PowerPoint</vt:lpstr>
      <vt:lpstr>Sommaire</vt:lpstr>
      <vt:lpstr>Contexte général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Analyse des besoins</vt:lpstr>
      <vt:lpstr>Présentation PowerPoint</vt:lpstr>
      <vt:lpstr>Présentation PowerPoint</vt:lpstr>
      <vt:lpstr>Présentation PowerPoint</vt:lpstr>
      <vt:lpstr>Conception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Réalisation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Conclusion et perspectives 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DELL INSPIRON I7</dc:creator>
  <cp:lastModifiedBy>Oussema Koubaa</cp:lastModifiedBy>
  <cp:revision>254</cp:revision>
  <dcterms:modified xsi:type="dcterms:W3CDTF">2026-05-22T12:26:35Z</dcterms:modified>
</cp:coreProperties>
</file>